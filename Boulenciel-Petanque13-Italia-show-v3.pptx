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d087ab21144ac7" /><Relationship Type="http://schemas.openxmlformats.org/officeDocument/2006/relationships/extended-properties" Target="/docProps/app.xml" Id="Raaf35d5588294e28" /><Relationship Type="http://schemas.openxmlformats.org/officeDocument/2006/relationships/officeDocument" Target="/ppt/presentation.xml" Id="R9622b7277e7a4daa" /></Relationships>
</file>

<file path=ppt/presentation.xml><?xml version="1.0" encoding="utf-8"?>
<p:presentation xmlns:p="http://schemas.openxmlformats.org/presentationml/2006/main">
  <p:sldMasterIdLst>
    <p:sldMasterId xmlns:r="http://schemas.openxmlformats.org/officeDocument/2006/relationships" id="2147483648" r:id="Rf804c5cc15d14767"/>
  </p:sldMasterIdLst>
  <p:notesMasterIdLst>
    <p:notesMasterId xmlns:r="http://schemas.openxmlformats.org/officeDocument/2006/relationships" r:id="R429d4ecf7e3f4be5"/>
  </p:notesMasterIdLst>
  <p:sldIdLst>
    <p:sldId xmlns:r="http://schemas.openxmlformats.org/officeDocument/2006/relationships" id="256" r:id="R895b7237aeaf4ebc"/>
    <p:sldId xmlns:r="http://schemas.openxmlformats.org/officeDocument/2006/relationships" id="257" r:id="R4afde4036f6a454f"/>
    <p:sldId xmlns:r="http://schemas.openxmlformats.org/officeDocument/2006/relationships" id="258" r:id="R1f4554918d5d451d"/>
    <p:sldId xmlns:r="http://schemas.openxmlformats.org/officeDocument/2006/relationships" id="259" r:id="R83a0834a9d0b484c"/>
    <p:sldId xmlns:r="http://schemas.openxmlformats.org/officeDocument/2006/relationships" id="260" r:id="R14d68daf285a44b7"/>
    <p:sldId xmlns:r="http://schemas.openxmlformats.org/officeDocument/2006/relationships" id="261" r:id="Rf3cfaede5bda4038"/>
    <p:sldId xmlns:r="http://schemas.openxmlformats.org/officeDocument/2006/relationships" id="262" r:id="R96bc23ef93274e17"/>
    <p:sldId xmlns:r="http://schemas.openxmlformats.org/officeDocument/2006/relationships" id="263" r:id="Ref408c5b0c5c4b02"/>
    <p:sldId xmlns:r="http://schemas.openxmlformats.org/officeDocument/2006/relationships" id="264" r:id="Rd423518b6995412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40a3152070482a" /><Relationship Type="http://schemas.openxmlformats.org/officeDocument/2006/relationships/slideMaster" Target="/ppt/slideMasters/slideMaster1.xml" Id="Rf804c5cc15d14767" /><Relationship Type="http://schemas.openxmlformats.org/officeDocument/2006/relationships/notesMaster" Target="/ppt/notesMasters/notesMaster1.xml" Id="R429d4ecf7e3f4be5" /><Relationship Type="http://schemas.openxmlformats.org/officeDocument/2006/relationships/presProps" Target="/ppt/presProps.xml" Id="R5756289e97654847" /><Relationship Type="http://schemas.openxmlformats.org/officeDocument/2006/relationships/tableStyles" Target="/ppt/tableStyles.xml" Id="R443b1cfe905b4139" /><Relationship Type="http://schemas.openxmlformats.org/officeDocument/2006/relationships/slide" Target="/ppt/slides/slide1.xml" Id="R895b7237aeaf4ebc" /><Relationship Type="http://schemas.openxmlformats.org/officeDocument/2006/relationships/slide" Target="/ppt/slides/slide2.xml" Id="R4afde4036f6a454f" /><Relationship Type="http://schemas.openxmlformats.org/officeDocument/2006/relationships/slide" Target="/ppt/slides/slide3.xml" Id="R1f4554918d5d451d" /><Relationship Type="http://schemas.openxmlformats.org/officeDocument/2006/relationships/slide" Target="/ppt/slides/slide4.xml" Id="R83a0834a9d0b484c" /><Relationship Type="http://schemas.openxmlformats.org/officeDocument/2006/relationships/slide" Target="/ppt/slides/slide5.xml" Id="R14d68daf285a44b7" /><Relationship Type="http://schemas.openxmlformats.org/officeDocument/2006/relationships/slide" Target="/ppt/slides/slide6.xml" Id="Rf3cfaede5bda4038" /><Relationship Type="http://schemas.openxmlformats.org/officeDocument/2006/relationships/slide" Target="/ppt/slides/slide7.xml" Id="R96bc23ef93274e17" /><Relationship Type="http://schemas.openxmlformats.org/officeDocument/2006/relationships/slide" Target="/ppt/slides/slide8.xml" Id="Ref408c5b0c5c4b02" /><Relationship Type="http://schemas.openxmlformats.org/officeDocument/2006/relationships/slide" Target="/ppt/slides/slide9.xml" Id="Rd423518b699541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6342b09bfc4b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097a354b9c4901" /><Relationship Type="http://schemas.openxmlformats.org/officeDocument/2006/relationships/notesMaster" Target="/ppt/notesMasters/notesMaster1.xml" Id="R142531256b294b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3b566c6e6f45c5" /><Relationship Type="http://schemas.openxmlformats.org/officeDocument/2006/relationships/notesMaster" Target="/ppt/notesMasters/notesMaster1.xml" Id="R08bedd49af4d40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3d25bd2e424a12" /><Relationship Type="http://schemas.openxmlformats.org/officeDocument/2006/relationships/notesMaster" Target="/ppt/notesMasters/notesMaster1.xml" Id="Rfdb3db0659ed46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0b82b00b3f4780" /><Relationship Type="http://schemas.openxmlformats.org/officeDocument/2006/relationships/notesMaster" Target="/ppt/notesMasters/notesMaster1.xml" Id="R0d3465a2fbc347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15e840fe36e644f3" /><Relationship Type="http://schemas.openxmlformats.org/officeDocument/2006/relationships/notesMaster" Target="/ppt/notesMasters/notesMaster1.xml" Id="R7006718ea79f4d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c96ae2ee0d4d89" /><Relationship Type="http://schemas.openxmlformats.org/officeDocument/2006/relationships/notesMaster" Target="/ppt/notesMasters/notesMaster1.xml" Id="Rfd740dcd0c0744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15bef16d124432" /><Relationship Type="http://schemas.openxmlformats.org/officeDocument/2006/relationships/notesMaster" Target="/ppt/notesMasters/notesMaster1.xml" Id="R5170266f48f346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423ddef7fb4ec6" /><Relationship Type="http://schemas.openxmlformats.org/officeDocument/2006/relationships/notesMaster" Target="/ppt/notesMasters/notesMaster1.xml" Id="R68d9ef2fb8ef42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5c4fa058531a4a0c" /><Relationship Type="http://schemas.openxmlformats.org/officeDocument/2006/relationships/notesMaster" Target="/ppt/notesMasters/notesMaster1.xml" Id="R0016f986011046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Petanque13-sponsordossier.pdf, seizoen 2026-2027, aangeleverd door Frederic. Actualisatie: Frederic bevestigt op 8 oktober 2026 dat er nu 571 tornooien zijn. 208+ clubs, 50.000+ bezoeken per jaar en sponsortarieven komen uit het dossier. Bezoeken zijn geen unieke bezoekers. Productfoto’s en Boulenciel-logo afkomstig van de officiële shop https://shopboulenciel.com/it/ en opgeslagen in het lokale project. Conceptvoorstel, geen bestaande sponsorovereenkomst.</a:t>
            </a:r>
          </a:p>
          <a:p xmlns:a="http://schemas.openxmlformats.org/drawingml/2006/main">
            <a:r>
              <a:t/>
            </a:r>
          </a:p>
          <a:p xmlns:a="http://schemas.openxmlformats.org/drawingml/2006/main">
            <a:r>
              <a:t>Nederlandse spreeknotities: Open met het merk en de sportbeleving. Stel een samenwerking met Petanque13 voor. Het achtergrondbeeld is een gegenereerd campagneconcept op basis van de Iris Vert-productfoto, geen foto van een echt evenement.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Petanque13-sponsordossier.pdf, seizoen 2026-2027, aangeleverd door Frederic. Actualisatie: Frederic bevestigt op 8 oktober 2026 dat er nu 571 tornooien zijn. 208+ clubs, 50.000+ bezoeken per jaar en sponsortarieven komen uit het dossier. Bezoeken zijn geen unieke bezoekers. Productfoto’s en Boulenciel-logo afkomstig van de officiële shop https://shopboulenciel.com/it/ en opgeslagen in het lokale project. Conceptvoorstel, geen bestaande sponsorovereenkomst.</a:t>
            </a:r>
          </a:p>
          <a:p xmlns:a="http://schemas.openxmlformats.org/drawingml/2006/main">
            <a:r>
              <a:t/>
            </a:r>
          </a:p>
          <a:p xmlns:a="http://schemas.openxmlformats.org/drawingml/2006/main">
            <a:r>
              <a:t>Nederlandse spreeknotities: Toon de kleuren en de herkenbaarheid van Boulenciel. Dit zijn de originele productfoto’s van de vier Iris-uitvoeringen. De presentatie gebruikt het merk als hoofdonderwerp, niet als een klein sponsorlogo.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Petanque13-sponsordossier.pdf, seizoen 2026-2027, aangeleverd door Frederic. Actualisatie: Frederic bevestigt op 8 oktober 2026 dat er nu 571 tornooien zijn. 208+ clubs, 50.000+ bezoeken per jaar en sponsortarieven komen uit het dossier. Bezoeken zijn geen unieke bezoekers. Productfoto’s en Boulenciel-logo afkomstig van de officiële shop https://shopboulenciel.com/it/ en opgeslagen in het lokale project. Conceptvoorstel, geen bestaande sponsorovereenkomst.</a:t>
            </a:r>
          </a:p>
          <a:p xmlns:a="http://schemas.openxmlformats.org/drawingml/2006/main">
            <a:r>
              <a:t/>
            </a:r>
          </a:p>
          <a:p xmlns:a="http://schemas.openxmlformats.org/drawingml/2006/main">
            <a:r>
              <a:t>Nederlandse spreeknotities: Noem eerst het actuele aantal: 571 tornooien, door Frederic bevestigd op 8 oktober 2026. De overige cijfers komen uit het bestaande dossier. Dit is platformbereik, geen gegarandeerd bereik van de sponsor.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Petanque13-sponsordossier.pdf, seizoen 2026-2027, aangeleverd door Frederic. Actualisatie: Frederic bevestigt op 8 oktober 2026 dat er nu 571 tornooien zijn. 208+ clubs, 50.000+ bezoeken per jaar en sponsortarieven komen uit het dossier. Bezoeken zijn geen unieke bezoekers. Productfoto’s en Boulenciel-logo afkomstig van de officiële shop https://shopboulenciel.com/it/ en opgeslagen in het lokale project. Conceptvoorstel, geen bestaande sponsorovereenkomst.</a:t>
            </a:r>
          </a:p>
          <a:p xmlns:a="http://schemas.openxmlformats.org/drawingml/2006/main">
            <a:r>
              <a:t/>
            </a:r>
          </a:p>
          <a:p xmlns:a="http://schemas.openxmlformats.org/drawingml/2006/main">
            <a:r>
              <a:t>Nederlandse spreeknotities: De eigen pagina is lokaal voorbereid en nog niet gepubliceerd. Ze toont 18 sets met keuzehulp in Nederlands en Frans. Er zijn momenteel geen bestelknoppen. Laat Boulenciel de inhoud en merkuitstraling vooraf beoordelen.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Petanque13-sponsordossier.pdf, seizoen 2026-2027, aangeleverd door Frederic. Actualisatie: Frederic bevestigt op 8 oktober 2026 dat er nu 571 tornooien zijn. 208+ clubs, 50.000+ bezoeken per jaar en sponsortarieven komen uit het dossier. Bezoeken zijn geen unieke bezoekers. Productfoto’s en Boulenciel-logo afkomstig van de officiële shop https://shopboulenciel.com/it/ en opgeslagen in het lokale project. Conceptvoorstel, geen bestaande sponsorovereenkomst.</a:t>
            </a:r>
          </a:p>
          <a:p xmlns:a="http://schemas.openxmlformats.org/drawingml/2006/main">
            <a:r>
              <a:t/>
            </a:r>
          </a:p>
          <a:p xmlns:a="http://schemas.openxmlformats.org/drawingml/2006/main">
            <a:r>
              <a:t>Nederlandse spreeknotities: Hier tonen we een visueel concept met het echte Boulenciel-logo naast de bestaande Match13-kaart. De scorekaart komt uit het dossier. De sponsorstrook is een voorstel en moet nog technisch geïntegreerd worden. De merkplaatsing is aangepast voor deze presentatie, geen bewijs van bestaande sponsoring.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Petanque13-sponsordossier.pdf, seizoen 2026-2027, aangeleverd door Frederic. Actualisatie: Frederic bevestigt op 8 oktober 2026 dat er nu 571 tornooien zijn. 208+ clubs, 50.000+ bezoeken per jaar en sponsortarieven komen uit het dossier. Bezoeken zijn geen unieke bezoekers. Productfoto’s en Boulenciel-logo afkomstig van de officiële shop https://shopboulenciel.com/it/ en opgeslagen in het lokale project. Conceptvoorstel, geen bestaande sponsorovereenkomst.</a:t>
            </a:r>
          </a:p>
          <a:p xmlns:a="http://schemas.openxmlformats.org/drawingml/2006/main">
            <a:r>
              <a:t/>
            </a:r>
          </a:p>
          <a:p xmlns:a="http://schemas.openxmlformats.org/drawingml/2006/main">
            <a:r>
              <a:t>Nederlandse spreeknotities: Het zaalscherm is de tweede fysieke contactplaats. Het logo is hier als concept in een nieuwe merkstrook geplaatst. Die sponsorzone is nog te bouwen. Beschikbaarheid en zichtbaarheid hangen af van de tornooien die Match13 en het zaalscherm gebruiken.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Petanque13-sponsordossier.pdf, seizoen 2026-2027, aangeleverd door Frederic. Actualisatie: Frederic bevestigt op 8 oktober 2026 dat er nu 571 tornooien zijn. 208+ clubs, 50.000+ bezoeken per jaar en sponsortarieven komen uit het dossier. Bezoeken zijn geen unieke bezoekers. Productfoto’s en Boulenciel-logo afkomstig van de officiële shop https://shopboulenciel.com/it/ en opgeslagen in het lokale project. Conceptvoorstel, geen bestaande sponsorovereenkomst.</a:t>
            </a:r>
          </a:p>
          <a:p xmlns:a="http://schemas.openxmlformats.org/drawingml/2006/main">
            <a:r>
              <a:t/>
            </a:r>
          </a:p>
          <a:p xmlns:a="http://schemas.openxmlformats.org/drawingml/2006/main">
            <a:r>
              <a:t>Nederlandse spreeknotities: Bespreek twee duidelijke keuzes. Hoofdsponsor kost volgens het dossier 1.550 euro per jaar en bevat onder meer merkpagina, homepagebanner en vermeldingen. Match13-hoofdpartner kost 3.000 euro per jaar en voegt wedstrijdkaartjes en zaalscherm toe. Beide omvatten de onderliggende pakketten. Maximaal twee hoofdsponsors en één Match13-hoofdpartner per jaar. Tarieven betreffen het eerste sponsorjaar. Btw-status staat niet in het dossier en moet in het definitieve voorstel vastgelegd worden.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Petanque13-sponsordossier.pdf, seizoen 2026-2027, aangeleverd door Frederic. Actualisatie: Frederic bevestigt op 8 oktober 2026 dat er nu 571 tornooien zijn. 208+ clubs, 50.000+ bezoeken per jaar en sponsortarieven komen uit het dossier. Bezoeken zijn geen unieke bezoekers. Productfoto’s en Boulenciel-logo afkomstig van de officiële shop https://shopboulenciel.com/it/ en opgeslagen in het lokale project. Conceptvoorstel, geen bestaande sponsorovereenkomst.</a:t>
            </a:r>
          </a:p>
          <a:p xmlns:a="http://schemas.openxmlformats.org/drawingml/2006/main">
            <a:r>
              <a:t/>
            </a:r>
          </a:p>
          <a:p xmlns:a="http://schemas.openxmlformats.org/drawingml/2006/main">
            <a:r>
              <a:t>Nederlandse spreeknotities: Leg uit wat de volgende stap is: samen merkuitstraling en pakket beoordelen, daarna preview goedkeuren en uitvoering afspreken. Sponsoring ondersteunt de verdere ontwikkeling van Petanque13 en Match13. Rapportage is een voorstel, geen bestaand vast pakketonderdeel.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Bron: Petanque13-sponsordossier.pdf, seizoen 2026-2027, aangeleverd door Frederic. Actualisatie: Frederic bevestigt op 8 oktober 2026 dat er nu 571 tornooien zijn. 208+ clubs, 50.000+ bezoeken per jaar en sponsortarieven komen uit het dossier. Bezoeken zijn geen unieke bezoekers. Productfoto’s en Boulenciel-logo afkomstig van de officiële shop https://shopboulenciel.com/it/ en opgeslagen in het lokale project. Conceptvoorstel, geen bestaande sponsorovereenkomst.</a:t>
            </a:r>
          </a:p>
          <a:p xmlns:a="http://schemas.openxmlformats.org/drawingml/2006/main">
            <a:r>
              <a:t/>
            </a:r>
          </a:p>
          <a:p xmlns:a="http://schemas.openxmlformats.org/drawingml/2006/main">
            <a:r>
              <a:t>Nederlandse spreeknotities: Sluit af met de uitnodiging om de concrete merkplaatsen te bespreken. Het doel is een vervolggesprek en beoordeling van de preview, geen impliciete aanvaarding van een overeenkomst. Het campagnebeeld is conceptueel gegenereerd op basis van de productfoto.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36250682bd4a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98f0d1b3f64a29" /><Relationship Type="http://schemas.openxmlformats.org/officeDocument/2006/relationships/slideLayout" Target="/ppt/slideLayouts/slideLayout1.xml" Id="Re50062dfe9c840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0062dfe9c840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50faf8d419e42fa" /><Relationship Type="http://schemas.openxmlformats.org/officeDocument/2006/relationships/image" Target="/ppt/media/image.png" Id="R368e505107bd4349" /><Relationship Type="http://schemas.openxmlformats.org/officeDocument/2006/relationships/image" Target="/ppt/media/image2.png" Id="R4d84595a262d4633" /><Relationship Type="http://schemas.openxmlformats.org/officeDocument/2006/relationships/image" Target="/ppt/media/image3.png" Id="Ref9829a8c540491a" /><Relationship Type="http://schemas.openxmlformats.org/officeDocument/2006/relationships/notesSlide" Target="/ppt/notesSlides/notesSlide1.xml" Id="R70e4856fe4d24a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4d5f4b6b78140d4" /><Relationship Type="http://schemas.openxmlformats.org/officeDocument/2006/relationships/image" Target="/ppt/media/image4.png" Id="R0e8d17e68b2249eb" /><Relationship Type="http://schemas.openxmlformats.org/officeDocument/2006/relationships/image" Target="/ppt/media/image.jpeg" Id="Rcd96d6cda31a41d6" /><Relationship Type="http://schemas.openxmlformats.org/officeDocument/2006/relationships/image" Target="/ppt/media/image2.jpeg" Id="R365edb71a49548e7" /><Relationship Type="http://schemas.openxmlformats.org/officeDocument/2006/relationships/image" Target="/ppt/media/image3.jpeg" Id="R3aa31eb54e754152" /><Relationship Type="http://schemas.openxmlformats.org/officeDocument/2006/relationships/image" Target="/ppt/media/image4.jpeg" Id="R5a1a047d2c4446cd" /><Relationship Type="http://schemas.openxmlformats.org/officeDocument/2006/relationships/notesSlide" Target="/ppt/notesSlides/notesSlide2.xml" Id="R71b48a7f905346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bbbd802e3cf47c7" /><Relationship Type="http://schemas.openxmlformats.org/officeDocument/2006/relationships/image" Target="/ppt/media/image5.png" Id="R925ec524492a427a" /><Relationship Type="http://schemas.openxmlformats.org/officeDocument/2006/relationships/notesSlide" Target="/ppt/notesSlides/notesSlide3.xml" Id="R853c00bb9ba440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684ea4b74b642c0" /><Relationship Type="http://schemas.openxmlformats.org/officeDocument/2006/relationships/image" Target="/ppt/media/image6.png" Id="R13d6f33a9e644011" /><Relationship Type="http://schemas.openxmlformats.org/officeDocument/2006/relationships/image" Target="/ppt/media/image5.jpeg" Id="R8acd72e906c54898" /><Relationship Type="http://schemas.openxmlformats.org/officeDocument/2006/relationships/notesSlide" Target="/ppt/notesSlides/notesSlide4.xml" Id="R3113dda31aad48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b4ef830af047c3" /><Relationship Type="http://schemas.openxmlformats.org/officeDocument/2006/relationships/image" Target="/ppt/media/image7.png" Id="Rebf5d1a659c44229" /><Relationship Type="http://schemas.openxmlformats.org/officeDocument/2006/relationships/image" Target="/ppt/media/image8.png" Id="Rc3a9198a77284983" /><Relationship Type="http://schemas.openxmlformats.org/officeDocument/2006/relationships/image" Target="/ppt/media/image9.png" Id="R7bd5ae78af244ab0" /><Relationship Type="http://schemas.openxmlformats.org/officeDocument/2006/relationships/image" Target="/ppt/media/image10.png" Id="Rbb1dcb97c25d4c70" /><Relationship Type="http://schemas.openxmlformats.org/officeDocument/2006/relationships/notesSlide" Target="/ppt/notesSlides/notesSlide5.xml" Id="R4185b63be35642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58e8d82f79d4a9c" /><Relationship Type="http://schemas.openxmlformats.org/officeDocument/2006/relationships/image" Target="/ppt/media/image11.png" Id="Rd7f80af3a36b4675" /><Relationship Type="http://schemas.openxmlformats.org/officeDocument/2006/relationships/image" Target="/ppt/media/image12.png" Id="Rc96ed8017c07414c" /><Relationship Type="http://schemas.openxmlformats.org/officeDocument/2006/relationships/image" Target="/ppt/media/image13.png" Id="R8d69a45910864ffc" /><Relationship Type="http://schemas.openxmlformats.org/officeDocument/2006/relationships/image" Target="/ppt/media/image14.png" Id="R3839a06ccb2743d1" /><Relationship Type="http://schemas.openxmlformats.org/officeDocument/2006/relationships/notesSlide" Target="/ppt/notesSlides/notesSlide6.xml" Id="R9b9a48c09a264a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bcf1bd7b58a4804" /><Relationship Type="http://schemas.openxmlformats.org/officeDocument/2006/relationships/image" Target="/ppt/media/image15.png" Id="R0d0dccd743b84f50" /><Relationship Type="http://schemas.openxmlformats.org/officeDocument/2006/relationships/notesSlide" Target="/ppt/notesSlides/notesSlide7.xml" Id="R8fc67ab926ed41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544148b23d74c12" /><Relationship Type="http://schemas.openxmlformats.org/officeDocument/2006/relationships/image" Target="/ppt/media/image16.png" Id="Rf4c9404573c24855" /><Relationship Type="http://schemas.openxmlformats.org/officeDocument/2006/relationships/image" Target="/ppt/media/image17.png" Id="Re6c8b5d2f0874685" /><Relationship Type="http://schemas.openxmlformats.org/officeDocument/2006/relationships/image" Target="/ppt/media/image18.png" Id="Rdaef63a5aeff4227" /><Relationship Type="http://schemas.openxmlformats.org/officeDocument/2006/relationships/notesSlide" Target="/ppt/notesSlides/notesSlide8.xml" Id="R93404f8234504aa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b9688943ff4447c" /><Relationship Type="http://schemas.openxmlformats.org/officeDocument/2006/relationships/image" Target="/ppt/media/image19.png" Id="R47a7cb22cd0044ee" /><Relationship Type="http://schemas.openxmlformats.org/officeDocument/2006/relationships/image" Target="/ppt/media/image20.png" Id="Rb4b1e38461af4bc6" /><Relationship Type="http://schemas.openxmlformats.org/officeDocument/2006/relationships/image" Target="/ppt/media/image21.png" Id="R379677459fda40a6" /><Relationship Type="http://schemas.openxmlformats.org/officeDocument/2006/relationships/notesSlide" Target="/ppt/notesSlides/notesSlide9.xml" Id="R0e1ae6ee8f7c4135" /></Relationships>
</file>

<file path=ppt/slides/slide1.xml><?xml version="1.0" encoding="utf-8"?>
<p:sld xmlns:p="http://schemas.openxmlformats.org/presentationml/2006/main">
  <p:cSld>
    <p:bg>
      <p:bgPr>
        <a:solidFill xmlns:a="http://schemas.openxmlformats.org/drawingml/2006/main">
          <a:srgbClr val="0C110E"/>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68e505107bd434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d84595a262d4633"/>
          <a:stretch xmlns:a="http://schemas.openxmlformats.org/drawingml/2006/main"/>
        </p:blipFill>
        <p:spPr>
          <a:xfrm xmlns:a="http://schemas.openxmlformats.org/drawingml/2006/main">
            <a:off x="552450" y="402595"/>
            <a:ext cx="2524125" cy="871211"/>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f9829a8c540491a"/>
          <a:stretch xmlns:a="http://schemas.openxmlformats.org/drawingml/2006/main"/>
        </p:blipFill>
        <p:spPr>
          <a:xfrm xmlns:a="http://schemas.openxmlformats.org/drawingml/2006/main">
            <a:off x="8305800" y="447675"/>
            <a:ext cx="742950" cy="742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B46B2FA-B208-4C27-AE0C-37D3086B00DF}"/>
              </a:ext>
            </a:extLst>
          </p:cNvPr>
          <p:cNvSpPr>
            <a:spLocks xmlns:a="http://schemas.openxmlformats.org/drawingml/2006/main" noGrp="1"/>
          </p:cNvSpPr>
          <p:nvPr/>
        </p:nvSpPr>
        <p:spPr>
          <a:xfrm xmlns:a="http://schemas.openxmlformats.org/drawingml/2006/main">
            <a:off x="9105900" y="609600"/>
            <a:ext cx="276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Petanque13</a:t>
            </a:r>
          </a:p>
        </p:txBody>
      </p:sp>
      <p:sp>
        <p:nvSpPr>
          <p:cNvPr id="5" name="">
            <a:extLst xmlns:a="http://schemas.openxmlformats.org/drawingml/2006/main">
              <a:ext uri="{FF2B5EF4-FFF2-40B4-BE49-F238E27FC236}">
                <a16:creationId xmlns:a16="http://schemas.microsoft.com/office/drawing/2014/main" id="{402046C8-9955-4929-90EF-283F40021495}"/>
              </a:ext>
            </a:extLst>
          </p:cNvPr>
          <p:cNvSpPr>
            <a:spLocks xmlns:a="http://schemas.openxmlformats.org/drawingml/2006/main" noGrp="1"/>
          </p:cNvSpPr>
          <p:nvPr/>
        </p:nvSpPr>
        <p:spPr>
          <a:xfrm xmlns:a="http://schemas.openxmlformats.org/drawingml/2006/main">
            <a:off x="571500" y="1943100"/>
            <a:ext cx="6858000"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91D13E"/>
                </a:solidFill>
                <a:latin typeface="Arial"/>
                <a:ea typeface="Arial"/>
                <a:cs typeface="Arial"/>
              </a:defRPr>
            </a:pPr>
            <a:r>
              <a:rPr sz="5700" b="1">
                <a:solidFill>
                  <a:srgbClr val="91D13E"/>
                </a:solidFill>
                <a:latin typeface="Arial"/>
                <a:ea typeface="Arial"/>
                <a:cs typeface="Arial"/>
              </a:rPr>
              <a:t>Boulenciel</a:t>
            </a:r>
          </a:p>
          <a:p xmlns:a="http://schemas.openxmlformats.org/drawingml/2006/main">
            <a:pPr>
              <a:defRPr sz="5700" b="1">
                <a:solidFill>
                  <a:srgbClr val="91D13E"/>
                </a:solidFill>
                <a:latin typeface="Arial"/>
                <a:ea typeface="Arial"/>
                <a:cs typeface="Arial"/>
              </a:defRPr>
            </a:pPr>
            <a:r>
              <a:rPr sz="5700" b="1">
                <a:solidFill>
                  <a:srgbClr val="91D13E"/>
                </a:solidFill>
                <a:latin typeface="Arial"/>
                <a:ea typeface="Arial"/>
                <a:cs typeface="Arial"/>
              </a:rPr>
              <a:t>in campo con</a:t>
            </a:r>
          </a:p>
          <a:p xmlns:a="http://schemas.openxmlformats.org/drawingml/2006/main">
            <a:pPr>
              <a:defRPr sz="5700" b="1">
                <a:solidFill>
                  <a:srgbClr val="91D13E"/>
                </a:solidFill>
                <a:latin typeface="Arial"/>
                <a:ea typeface="Arial"/>
                <a:cs typeface="Arial"/>
              </a:defRPr>
            </a:pPr>
            <a:r>
              <a:rPr sz="5700" b="1">
                <a:solidFill>
                  <a:srgbClr val="91D13E"/>
                </a:solidFill>
                <a:latin typeface="Arial"/>
                <a:ea typeface="Arial"/>
                <a:cs typeface="Arial"/>
              </a:rPr>
              <a:t>Petanque13</a:t>
            </a:r>
          </a:p>
        </p:txBody>
      </p:sp>
      <p:sp>
        <p:nvSpPr>
          <p:cNvPr id="6" name="">
            <a:extLst xmlns:a="http://schemas.openxmlformats.org/drawingml/2006/main">
              <a:ext uri="{FF2B5EF4-FFF2-40B4-BE49-F238E27FC236}">
                <a16:creationId xmlns:a16="http://schemas.microsoft.com/office/drawing/2014/main" id="{858D5CA9-3A5C-4E5C-AFC9-7CD105E89D50}"/>
              </a:ext>
            </a:extLst>
          </p:cNvPr>
          <p:cNvSpPr>
            <a:spLocks xmlns:a="http://schemas.openxmlformats.org/drawingml/2006/main" noGrp="1"/>
          </p:cNvSpPr>
          <p:nvPr/>
        </p:nvSpPr>
        <p:spPr>
          <a:xfrm xmlns:a="http://schemas.openxmlformats.org/drawingml/2006/main">
            <a:off x="609600" y="5048250"/>
            <a:ext cx="666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Proposta di partnership</a:t>
            </a:r>
          </a:p>
        </p:txBody>
      </p:sp>
      <p:sp>
        <p:nvSpPr>
          <p:cNvPr id="7" name="">
            <a:extLst xmlns:a="http://schemas.openxmlformats.org/drawingml/2006/main">
              <a:ext uri="{FF2B5EF4-FFF2-40B4-BE49-F238E27FC236}">
                <a16:creationId xmlns:a16="http://schemas.microsoft.com/office/drawing/2014/main" id="{44DAD527-903F-4CC4-A190-2AFDDD36153D}"/>
              </a:ext>
            </a:extLst>
          </p:cNvPr>
          <p:cNvSpPr>
            <a:spLocks xmlns:a="http://schemas.openxmlformats.org/drawingml/2006/main" noGrp="1"/>
          </p:cNvSpPr>
          <p:nvPr/>
        </p:nvSpPr>
        <p:spPr>
          <a:xfrm xmlns:a="http://schemas.openxmlformats.org/drawingml/2006/main">
            <a:off x="609600" y="5686425"/>
            <a:ext cx="647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C4CDC2"/>
                </a:solidFill>
                <a:latin typeface="Arial"/>
                <a:ea typeface="Arial"/>
                <a:cs typeface="Arial"/>
              </a:defRPr>
            </a:pPr>
            <a:r>
              <a:rPr sz="1875" b="0">
                <a:solidFill>
                  <a:srgbClr val="C4CDC2"/>
                </a:solidFill>
                <a:latin typeface="Arial"/>
                <a:ea typeface="Arial"/>
                <a:cs typeface="Arial"/>
              </a:rPr>
              <a:t>Stagione 2026–2027</a:t>
            </a:r>
          </a:p>
        </p:txBody>
      </p:sp>
    </p:spTree>
    <p:extLst>
      <p:ext uri="{BB962C8B-B14F-4D97-AF65-F5344CB8AC3E}">
        <p14:creationId xmlns:p14="http://schemas.microsoft.com/office/powerpoint/2010/main" val="2085992846"/>
      </p:ext>
    </p:extLst>
  </p:cSld>
</p:sld>
</file>

<file path=ppt/slides/slide2.xml><?xml version="1.0" encoding="utf-8"?>
<p:sld xmlns:p="http://schemas.openxmlformats.org/presentationml/2006/main">
  <p:cSld>
    <p:bg>
      <p:bgPr>
        <a:solidFill xmlns:a="http://schemas.openxmlformats.org/drawingml/2006/main">
          <a:srgbClr val="0C110E"/>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e8d17e68b2249eb"/>
          <a:stretch xmlns:a="http://schemas.openxmlformats.org/drawingml/2006/main"/>
        </p:blipFill>
        <p:spPr>
          <a:xfrm xmlns:a="http://schemas.openxmlformats.org/drawingml/2006/main">
            <a:off x="9715500" y="325010"/>
            <a:ext cx="1952625" cy="673956"/>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E97BE31-B406-4498-B53C-1D0B99F85FB1}"/>
              </a:ext>
            </a:extLst>
          </p:cNvPr>
          <p:cNvSpPr>
            <a:spLocks xmlns:a="http://schemas.openxmlformats.org/drawingml/2006/main" noGrp="1"/>
          </p:cNvSpPr>
          <p:nvPr/>
        </p:nvSpPr>
        <p:spPr>
          <a:xfrm xmlns:a="http://schemas.openxmlformats.org/drawingml/2006/main">
            <a:off x="11287125" y="63531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C4CDC2"/>
                </a:solidFill>
                <a:latin typeface="Arial"/>
                <a:ea typeface="Arial"/>
                <a:cs typeface="Arial"/>
              </a:defRPr>
            </a:pPr>
            <a:r>
              <a:rPr sz="1200" b="0">
                <a:solidFill>
                  <a:srgbClr val="C4CDC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4F57DFA3-65A4-42E0-89FC-6A4039D1A14D}"/>
              </a:ext>
            </a:extLst>
          </p:cNvPr>
          <p:cNvSpPr>
            <a:spLocks xmlns:a="http://schemas.openxmlformats.org/drawingml/2006/main" noGrp="1"/>
          </p:cNvSpPr>
          <p:nvPr/>
        </p:nvSpPr>
        <p:spPr>
          <a:xfrm xmlns:a="http://schemas.openxmlformats.org/drawingml/2006/main">
            <a:off x="533400" y="381000"/>
            <a:ext cx="88011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91D13E"/>
                </a:solidFill>
                <a:latin typeface="Arial"/>
                <a:ea typeface="Arial"/>
                <a:cs typeface="Arial"/>
              </a:defRPr>
            </a:pPr>
            <a:r>
              <a:rPr sz="3675" b="1">
                <a:solidFill>
                  <a:srgbClr val="91D13E"/>
                </a:solidFill>
                <a:latin typeface="Arial"/>
                <a:ea typeface="Arial"/>
                <a:cs typeface="Arial"/>
              </a:rPr>
              <a:t>La collezione Boulenciel,</a:t>
            </a:r>
          </a:p>
          <a:p xmlns:a="http://schemas.openxmlformats.org/drawingml/2006/main">
            <a:pPr>
              <a:defRPr sz="3675" b="1">
                <a:solidFill>
                  <a:srgbClr val="91D13E"/>
                </a:solidFill>
                <a:latin typeface="Arial"/>
                <a:ea typeface="Arial"/>
                <a:cs typeface="Arial"/>
              </a:defRPr>
            </a:pPr>
            <a:r>
              <a:rPr sz="3675" b="1">
                <a:solidFill>
                  <a:srgbClr val="91D13E"/>
                </a:solidFill>
                <a:latin typeface="Arial"/>
                <a:ea typeface="Arial"/>
                <a:cs typeface="Arial"/>
              </a:rPr>
              <a:t>protagonista su Petanque13</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d96d6cda31a41d6"/>
          <a:stretch xmlns:a="http://schemas.openxmlformats.org/drawingml/2006/main"/>
        </p:blipFill>
        <p:spPr>
          <a:xfrm xmlns:a="http://schemas.openxmlformats.org/drawingml/2006/main">
            <a:off x="0" y="2114550"/>
            <a:ext cx="3048000" cy="304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311A3A9-6534-4B97-94D4-D690EE69E464}"/>
              </a:ext>
            </a:extLst>
          </p:cNvPr>
          <p:cNvSpPr>
            <a:spLocks xmlns:a="http://schemas.openxmlformats.org/drawingml/2006/main" noGrp="1"/>
          </p:cNvSpPr>
          <p:nvPr/>
        </p:nvSpPr>
        <p:spPr>
          <a:xfrm xmlns:a="http://schemas.openxmlformats.org/drawingml/2006/main">
            <a:off x="238125" y="5343525"/>
            <a:ext cx="276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Iris Noir</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65edb71a49548e7"/>
          <a:stretch xmlns:a="http://schemas.openxmlformats.org/drawingml/2006/main"/>
        </p:blipFill>
        <p:spPr>
          <a:xfrm xmlns:a="http://schemas.openxmlformats.org/drawingml/2006/main">
            <a:off x="3048000" y="2114550"/>
            <a:ext cx="3048000" cy="3048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C96D6C3-EA0E-4275-B722-4A02C586D9D1}"/>
              </a:ext>
            </a:extLst>
          </p:cNvPr>
          <p:cNvSpPr>
            <a:spLocks xmlns:a="http://schemas.openxmlformats.org/drawingml/2006/main" noGrp="1"/>
          </p:cNvSpPr>
          <p:nvPr/>
        </p:nvSpPr>
        <p:spPr>
          <a:xfrm xmlns:a="http://schemas.openxmlformats.org/drawingml/2006/main">
            <a:off x="3286125" y="5343525"/>
            <a:ext cx="276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Iris Fuchsia</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aa31eb54e754152"/>
          <a:stretch xmlns:a="http://schemas.openxmlformats.org/drawingml/2006/main"/>
        </p:blipFill>
        <p:spPr>
          <a:xfrm xmlns:a="http://schemas.openxmlformats.org/drawingml/2006/main">
            <a:off x="6096000" y="2114550"/>
            <a:ext cx="3048000" cy="3048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ABA41D4-F3F6-4B74-A69C-E5E396A8995A}"/>
              </a:ext>
            </a:extLst>
          </p:cNvPr>
          <p:cNvSpPr>
            <a:spLocks xmlns:a="http://schemas.openxmlformats.org/drawingml/2006/main" noGrp="1"/>
          </p:cNvSpPr>
          <p:nvPr/>
        </p:nvSpPr>
        <p:spPr>
          <a:xfrm xmlns:a="http://schemas.openxmlformats.org/drawingml/2006/main">
            <a:off x="6334125" y="5343525"/>
            <a:ext cx="276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Iris Vert</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a1a047d2c4446cd"/>
          <a:stretch xmlns:a="http://schemas.openxmlformats.org/drawingml/2006/main"/>
        </p:blipFill>
        <p:spPr>
          <a:xfrm xmlns:a="http://schemas.openxmlformats.org/drawingml/2006/main">
            <a:off x="9144000" y="2114550"/>
            <a:ext cx="3048000" cy="3048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3837AA09-F43F-4D4F-B63B-FAA138B44681}"/>
              </a:ext>
            </a:extLst>
          </p:cNvPr>
          <p:cNvSpPr>
            <a:spLocks xmlns:a="http://schemas.openxmlformats.org/drawingml/2006/main" noGrp="1"/>
          </p:cNvSpPr>
          <p:nvPr/>
        </p:nvSpPr>
        <p:spPr>
          <a:xfrm xmlns:a="http://schemas.openxmlformats.org/drawingml/2006/main">
            <a:off x="9382125" y="5343525"/>
            <a:ext cx="276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Iris Bleu</a:t>
            </a:r>
          </a:p>
        </p:txBody>
      </p:sp>
      <p:sp>
        <p:nvSpPr>
          <p:cNvPr id="12" name="">
            <a:extLst xmlns:a="http://schemas.openxmlformats.org/drawingml/2006/main">
              <a:ext uri="{FF2B5EF4-FFF2-40B4-BE49-F238E27FC236}">
                <a16:creationId xmlns:a16="http://schemas.microsoft.com/office/drawing/2014/main" id="{FF9FCDEA-76F8-4225-81C7-A6050D9FB15D}"/>
              </a:ext>
            </a:extLst>
          </p:cNvPr>
          <p:cNvSpPr>
            <a:spLocks xmlns:a="http://schemas.openxmlformats.org/drawingml/2006/main" noGrp="1"/>
          </p:cNvSpPr>
          <p:nvPr/>
        </p:nvSpPr>
        <p:spPr>
          <a:xfrm xmlns:a="http://schemas.openxmlformats.org/drawingml/2006/main">
            <a:off x="533400" y="60960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C4CDC2"/>
                </a:solidFill>
                <a:latin typeface="Arial"/>
                <a:ea typeface="Arial"/>
                <a:cs typeface="Arial"/>
              </a:defRPr>
            </a:pPr>
            <a:r>
              <a:rPr sz="1950" b="0">
                <a:solidFill>
                  <a:srgbClr val="C4CDC2"/>
                </a:solidFill>
                <a:latin typeface="Arial"/>
                <a:ea typeface="Arial"/>
                <a:cs typeface="Arial"/>
              </a:rPr>
              <a:t>Una presenza visiva riconoscibile, dalla pagina dedicata al giorno del torneo.</a:t>
            </a:r>
          </a:p>
        </p:txBody>
      </p:sp>
    </p:spTree>
    <p:extLst>
      <p:ext uri="{BB962C8B-B14F-4D97-AF65-F5344CB8AC3E}">
        <p14:creationId xmlns:p14="http://schemas.microsoft.com/office/powerpoint/2010/main" val="816473520"/>
      </p:ext>
    </p:extLst>
  </p:cSld>
</p:sld>
</file>

<file path=ppt/slides/slide3.xml><?xml version="1.0" encoding="utf-8"?>
<p:sld xmlns:p="http://schemas.openxmlformats.org/presentationml/2006/main">
  <p:cSld>
    <p:bg>
      <p:bgPr>
        <a:solidFill xmlns:a="http://schemas.openxmlformats.org/drawingml/2006/main">
          <a:srgbClr val="91D13E"/>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25ec524492a427a"/>
          <a:stretch xmlns:a="http://schemas.openxmlformats.org/drawingml/2006/main"/>
        </p:blipFill>
        <p:spPr>
          <a:xfrm xmlns:a="http://schemas.openxmlformats.org/drawingml/2006/main">
            <a:off x="9715500" y="325010"/>
            <a:ext cx="1952625" cy="673956"/>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5D9824C-0D7A-4DDB-A65F-102CB0AD8760}"/>
              </a:ext>
            </a:extLst>
          </p:cNvPr>
          <p:cNvSpPr>
            <a:spLocks xmlns:a="http://schemas.openxmlformats.org/drawingml/2006/main" noGrp="1"/>
          </p:cNvSpPr>
          <p:nvPr/>
        </p:nvSpPr>
        <p:spPr>
          <a:xfrm xmlns:a="http://schemas.openxmlformats.org/drawingml/2006/main">
            <a:off x="11287125" y="63531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6E62"/>
                </a:solidFill>
                <a:latin typeface="Arial"/>
                <a:ea typeface="Arial"/>
                <a:cs typeface="Arial"/>
              </a:defRPr>
            </a:pPr>
            <a:r>
              <a:rPr sz="1200" b="0">
                <a:solidFill>
                  <a:srgbClr val="656E6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6B1F8400-A86F-4A4B-8F53-322AA9A20A0D}"/>
              </a:ext>
            </a:extLst>
          </p:cNvPr>
          <p:cNvSpPr>
            <a:spLocks xmlns:a="http://schemas.openxmlformats.org/drawingml/2006/main" noGrp="1"/>
          </p:cNvSpPr>
          <p:nvPr/>
        </p:nvSpPr>
        <p:spPr>
          <a:xfrm xmlns:a="http://schemas.openxmlformats.org/drawingml/2006/main">
            <a:off x="552450" y="428625"/>
            <a:ext cx="8715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0C110E"/>
                </a:solidFill>
                <a:latin typeface="Arial"/>
                <a:ea typeface="Arial"/>
                <a:cs typeface="Arial"/>
              </a:defRPr>
            </a:pPr>
            <a:r>
              <a:rPr sz="3750" b="1">
                <a:solidFill>
                  <a:srgbClr val="0C110E"/>
                </a:solidFill>
                <a:latin typeface="Arial"/>
                <a:ea typeface="Arial"/>
                <a:cs typeface="Arial"/>
              </a:rPr>
              <a:t>La comunità Petanque13</a:t>
            </a:r>
          </a:p>
        </p:txBody>
      </p:sp>
      <p:sp>
        <p:nvSpPr>
          <p:cNvPr id="4" name="">
            <a:extLst xmlns:a="http://schemas.openxmlformats.org/drawingml/2006/main">
              <a:ext uri="{FF2B5EF4-FFF2-40B4-BE49-F238E27FC236}">
                <a16:creationId xmlns:a16="http://schemas.microsoft.com/office/drawing/2014/main" id="{F565080F-81C6-4F63-A06E-1C2E2F9F8578}"/>
              </a:ext>
            </a:extLst>
          </p:cNvPr>
          <p:cNvSpPr>
            <a:spLocks xmlns:a="http://schemas.openxmlformats.org/drawingml/2006/main" noGrp="1"/>
          </p:cNvSpPr>
          <p:nvPr/>
        </p:nvSpPr>
        <p:spPr>
          <a:xfrm xmlns:a="http://schemas.openxmlformats.org/drawingml/2006/main">
            <a:off x="457200" y="1762125"/>
            <a:ext cx="688657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150" b="1">
                <a:solidFill>
                  <a:srgbClr val="0C110E"/>
                </a:solidFill>
                <a:latin typeface="Arial"/>
                <a:ea typeface="Arial"/>
                <a:cs typeface="Arial"/>
              </a:defRPr>
            </a:pPr>
            <a:r>
              <a:rPr sz="15150" b="1">
                <a:solidFill>
                  <a:srgbClr val="0C110E"/>
                </a:solidFill>
                <a:latin typeface="Arial"/>
                <a:ea typeface="Arial"/>
                <a:cs typeface="Arial"/>
              </a:rPr>
              <a:t>571</a:t>
            </a:r>
          </a:p>
        </p:txBody>
      </p:sp>
      <p:sp>
        <p:nvSpPr>
          <p:cNvPr id="5" name="">
            <a:extLst xmlns:a="http://schemas.openxmlformats.org/drawingml/2006/main">
              <a:ext uri="{FF2B5EF4-FFF2-40B4-BE49-F238E27FC236}">
                <a16:creationId xmlns:a16="http://schemas.microsoft.com/office/drawing/2014/main" id="{9CF9F404-BF66-422C-9458-53FB4F9882E5}"/>
              </a:ext>
            </a:extLst>
          </p:cNvPr>
          <p:cNvSpPr>
            <a:spLocks xmlns:a="http://schemas.openxmlformats.org/drawingml/2006/main" noGrp="1"/>
          </p:cNvSpPr>
          <p:nvPr/>
        </p:nvSpPr>
        <p:spPr>
          <a:xfrm xmlns:a="http://schemas.openxmlformats.org/drawingml/2006/main">
            <a:off x="609600" y="4171950"/>
            <a:ext cx="666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1">
                <a:solidFill>
                  <a:srgbClr val="0C110E"/>
                </a:solidFill>
                <a:latin typeface="Arial"/>
                <a:ea typeface="Arial"/>
                <a:cs typeface="Arial"/>
              </a:defRPr>
            </a:pPr>
            <a:r>
              <a:rPr sz="3075" b="1">
                <a:solidFill>
                  <a:srgbClr val="0C110E"/>
                </a:solidFill>
                <a:latin typeface="Arial"/>
                <a:ea typeface="Arial"/>
                <a:cs typeface="Arial"/>
              </a:rPr>
              <a:t>tornei in calendario</a:t>
            </a:r>
          </a:p>
        </p:txBody>
      </p:sp>
      <p:sp>
        <p:nvSpPr>
          <p:cNvPr id="6" name="">
            <a:extLst xmlns:a="http://schemas.openxmlformats.org/drawingml/2006/main">
              <a:ext uri="{FF2B5EF4-FFF2-40B4-BE49-F238E27FC236}">
                <a16:creationId xmlns:a16="http://schemas.microsoft.com/office/drawing/2014/main" id="{BF951BB6-7CEE-4690-BF56-C203D92594A9}"/>
              </a:ext>
            </a:extLst>
          </p:cNvPr>
          <p:cNvSpPr>
            <a:spLocks xmlns:a="http://schemas.openxmlformats.org/drawingml/2006/main" noGrp="1"/>
          </p:cNvSpPr>
          <p:nvPr/>
        </p:nvSpPr>
        <p:spPr>
          <a:xfrm xmlns:a="http://schemas.openxmlformats.org/drawingml/2006/main">
            <a:off x="7943850" y="1943100"/>
            <a:ext cx="333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75" b="1">
                <a:solidFill>
                  <a:srgbClr val="0C110E"/>
                </a:solidFill>
                <a:latin typeface="Arial"/>
                <a:ea typeface="Arial"/>
                <a:cs typeface="Arial"/>
              </a:defRPr>
            </a:pPr>
            <a:r>
              <a:rPr sz="5475" b="1">
                <a:solidFill>
                  <a:srgbClr val="0C110E"/>
                </a:solidFill>
                <a:latin typeface="Arial"/>
                <a:ea typeface="Arial"/>
                <a:cs typeface="Arial"/>
              </a:rPr>
              <a:t>208+</a:t>
            </a:r>
          </a:p>
        </p:txBody>
      </p:sp>
      <p:sp>
        <p:nvSpPr>
          <p:cNvPr id="7" name="">
            <a:extLst xmlns:a="http://schemas.openxmlformats.org/drawingml/2006/main">
              <a:ext uri="{FF2B5EF4-FFF2-40B4-BE49-F238E27FC236}">
                <a16:creationId xmlns:a16="http://schemas.microsoft.com/office/drawing/2014/main" id="{762CB07B-E66A-444D-B42A-F8719B453015}"/>
              </a:ext>
            </a:extLst>
          </p:cNvPr>
          <p:cNvSpPr>
            <a:spLocks xmlns:a="http://schemas.openxmlformats.org/drawingml/2006/main" noGrp="1"/>
          </p:cNvSpPr>
          <p:nvPr/>
        </p:nvSpPr>
        <p:spPr>
          <a:xfrm xmlns:a="http://schemas.openxmlformats.org/drawingml/2006/main">
            <a:off x="8001000" y="2905125"/>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0C110E"/>
                </a:solidFill>
                <a:latin typeface="Arial"/>
                <a:ea typeface="Arial"/>
                <a:cs typeface="Arial"/>
              </a:defRPr>
            </a:pPr>
            <a:r>
              <a:rPr sz="2025" b="0">
                <a:solidFill>
                  <a:srgbClr val="0C110E"/>
                </a:solidFill>
                <a:latin typeface="Arial"/>
                <a:ea typeface="Arial"/>
                <a:cs typeface="Arial"/>
              </a:rPr>
              <a:t>club attivi</a:t>
            </a:r>
          </a:p>
        </p:txBody>
      </p:sp>
      <p:sp>
        <p:nvSpPr>
          <p:cNvPr id="8" name="">
            <a:extLst xmlns:a="http://schemas.openxmlformats.org/drawingml/2006/main">
              <a:ext uri="{FF2B5EF4-FFF2-40B4-BE49-F238E27FC236}">
                <a16:creationId xmlns:a16="http://schemas.microsoft.com/office/drawing/2014/main" id="{0C8E2088-1588-4099-8950-767FE6E3079F}"/>
              </a:ext>
            </a:extLst>
          </p:cNvPr>
          <p:cNvSpPr>
            <a:spLocks xmlns:a="http://schemas.openxmlformats.org/drawingml/2006/main" noGrp="1"/>
          </p:cNvSpPr>
          <p:nvPr/>
        </p:nvSpPr>
        <p:spPr>
          <a:xfrm xmlns:a="http://schemas.openxmlformats.org/drawingml/2006/main">
            <a:off x="7877175" y="3838575"/>
            <a:ext cx="3810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0C110E"/>
                </a:solidFill>
                <a:latin typeface="Arial"/>
                <a:ea typeface="Arial"/>
                <a:cs typeface="Arial"/>
              </a:defRPr>
            </a:pPr>
            <a:r>
              <a:rPr sz="5100" b="1">
                <a:solidFill>
                  <a:srgbClr val="0C110E"/>
                </a:solidFill>
                <a:latin typeface="Arial"/>
                <a:ea typeface="Arial"/>
                <a:cs typeface="Arial"/>
              </a:rPr>
              <a:t>50.000+</a:t>
            </a:r>
          </a:p>
        </p:txBody>
      </p:sp>
      <p:sp>
        <p:nvSpPr>
          <p:cNvPr id="9" name="">
            <a:extLst xmlns:a="http://schemas.openxmlformats.org/drawingml/2006/main">
              <a:ext uri="{FF2B5EF4-FFF2-40B4-BE49-F238E27FC236}">
                <a16:creationId xmlns:a16="http://schemas.microsoft.com/office/drawing/2014/main" id="{72A22ABE-2CA4-4368-8E6D-55AAE2A5E6CC}"/>
              </a:ext>
            </a:extLst>
          </p:cNvPr>
          <p:cNvSpPr>
            <a:spLocks xmlns:a="http://schemas.openxmlformats.org/drawingml/2006/main" noGrp="1"/>
          </p:cNvSpPr>
          <p:nvPr/>
        </p:nvSpPr>
        <p:spPr>
          <a:xfrm xmlns:a="http://schemas.openxmlformats.org/drawingml/2006/main">
            <a:off x="8001000" y="4791075"/>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0C110E"/>
                </a:solidFill>
                <a:latin typeface="Arial"/>
                <a:ea typeface="Arial"/>
                <a:cs typeface="Arial"/>
              </a:defRPr>
            </a:pPr>
            <a:r>
              <a:rPr sz="2025" b="0">
                <a:solidFill>
                  <a:srgbClr val="0C110E"/>
                </a:solidFill>
                <a:latin typeface="Arial"/>
                <a:ea typeface="Arial"/>
                <a:cs typeface="Arial"/>
              </a:rPr>
              <a:t>visite all’anno</a:t>
            </a:r>
          </a:p>
        </p:txBody>
      </p:sp>
      <p:sp>
        <p:nvSpPr>
          <p:cNvPr id="10" name="">
            <a:extLst xmlns:a="http://schemas.openxmlformats.org/drawingml/2006/main">
              <a:ext uri="{FF2B5EF4-FFF2-40B4-BE49-F238E27FC236}">
                <a16:creationId xmlns:a16="http://schemas.microsoft.com/office/drawing/2014/main" id="{ECCDCF2E-AA73-4ABA-8767-2A9CE91CDD1C}"/>
              </a:ext>
            </a:extLst>
          </p:cNvPr>
          <p:cNvSpPr>
            <a:spLocks xmlns:a="http://schemas.openxmlformats.org/drawingml/2006/main" noGrp="1"/>
          </p:cNvSpPr>
          <p:nvPr/>
        </p:nvSpPr>
        <p:spPr>
          <a:xfrm xmlns:a="http://schemas.openxmlformats.org/drawingml/2006/main">
            <a:off x="609600" y="56959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0C110E"/>
                </a:solidFill>
                <a:latin typeface="Arial"/>
                <a:ea typeface="Arial"/>
                <a:cs typeface="Arial"/>
              </a:defRPr>
            </a:pPr>
            <a:r>
              <a:rPr sz="2025" b="0">
                <a:solidFill>
                  <a:srgbClr val="0C110E"/>
                </a:solidFill>
                <a:latin typeface="Arial"/>
                <a:ea typeface="Arial"/>
                <a:cs typeface="Arial"/>
              </a:rPr>
              <a:t>Belgio. Un pubblico di giocatori e organizzatori, in neerlandese e francese.</a:t>
            </a:r>
          </a:p>
        </p:txBody>
      </p:sp>
      <p:sp>
        <p:nvSpPr>
          <p:cNvPr id="11" name="">
            <a:extLst xmlns:a="http://schemas.openxmlformats.org/drawingml/2006/main">
              <a:ext uri="{FF2B5EF4-FFF2-40B4-BE49-F238E27FC236}">
                <a16:creationId xmlns:a16="http://schemas.microsoft.com/office/drawing/2014/main" id="{D6737B11-35F4-49E4-9A5A-38C4FEFF7DC2}"/>
              </a:ext>
            </a:extLst>
          </p:cNvPr>
          <p:cNvSpPr>
            <a:spLocks xmlns:a="http://schemas.openxmlformats.org/drawingml/2006/main" noGrp="1"/>
          </p:cNvSpPr>
          <p:nvPr/>
        </p:nvSpPr>
        <p:spPr>
          <a:xfrm xmlns:a="http://schemas.openxmlformats.org/drawingml/2006/main">
            <a:off x="609600" y="6315075"/>
            <a:ext cx="10572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0C110E"/>
                </a:solidFill>
                <a:latin typeface="Arial"/>
                <a:ea typeface="Arial"/>
                <a:cs typeface="Arial"/>
              </a:defRPr>
            </a:pPr>
            <a:r>
              <a:rPr sz="1125" b="0">
                <a:solidFill>
                  <a:srgbClr val="0C110E"/>
                </a:solidFill>
                <a:latin typeface="Arial"/>
                <a:ea typeface="Arial"/>
                <a:cs typeface="Arial"/>
              </a:rPr>
              <a:t>571 tornei: aggiornamento dell’8 ottobre 2026. Altri dati: dossier 2026–2027. Le visite non equivalgono a utenti unici.</a:t>
            </a:r>
          </a:p>
        </p:txBody>
      </p:sp>
    </p:spTree>
    <p:extLst>
      <p:ext uri="{BB962C8B-B14F-4D97-AF65-F5344CB8AC3E}">
        <p14:creationId xmlns:p14="http://schemas.microsoft.com/office/powerpoint/2010/main" val="1390823227"/>
      </p:ext>
    </p:extLst>
  </p:cSld>
</p:sld>
</file>

<file path=ppt/slides/slide4.xml><?xml version="1.0" encoding="utf-8"?>
<p:sld xmlns:p="http://schemas.openxmlformats.org/presentationml/2006/main">
  <p:cSld>
    <p:bg>
      <p:bgPr>
        <a:solidFill xmlns:a="http://schemas.openxmlformats.org/drawingml/2006/main">
          <a:srgbClr val="0C110E"/>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3d6f33a9e644011"/>
          <a:stretch xmlns:a="http://schemas.openxmlformats.org/drawingml/2006/main"/>
        </p:blipFill>
        <p:spPr>
          <a:xfrm xmlns:a="http://schemas.openxmlformats.org/drawingml/2006/main">
            <a:off x="9715500" y="325010"/>
            <a:ext cx="1952625" cy="673956"/>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9859983-AB94-4C9F-B927-1EF23324FCEC}"/>
              </a:ext>
            </a:extLst>
          </p:cNvPr>
          <p:cNvSpPr>
            <a:spLocks xmlns:a="http://schemas.openxmlformats.org/drawingml/2006/main" noGrp="1"/>
          </p:cNvSpPr>
          <p:nvPr/>
        </p:nvSpPr>
        <p:spPr>
          <a:xfrm xmlns:a="http://schemas.openxmlformats.org/drawingml/2006/main">
            <a:off x="11287125" y="63531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C4CDC2"/>
                </a:solidFill>
                <a:latin typeface="Arial"/>
                <a:ea typeface="Arial"/>
                <a:cs typeface="Arial"/>
              </a:defRPr>
            </a:pPr>
            <a:r>
              <a:rPr sz="1200" b="0">
                <a:solidFill>
                  <a:srgbClr val="C4CDC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520BFCBE-6E66-4E3C-A416-D6193052BE19}"/>
              </a:ext>
            </a:extLst>
          </p:cNvPr>
          <p:cNvSpPr>
            <a:spLocks xmlns:a="http://schemas.openxmlformats.org/drawingml/2006/main" noGrp="1"/>
          </p:cNvSpPr>
          <p:nvPr/>
        </p:nvSpPr>
        <p:spPr>
          <a:xfrm xmlns:a="http://schemas.openxmlformats.org/drawingml/2006/main">
            <a:off x="523875" y="1371600"/>
            <a:ext cx="574357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91D13E"/>
                </a:solidFill>
                <a:latin typeface="Arial"/>
                <a:ea typeface="Arial"/>
                <a:cs typeface="Arial"/>
              </a:defRPr>
            </a:pPr>
            <a:r>
              <a:rPr sz="4725" b="1">
                <a:solidFill>
                  <a:srgbClr val="91D13E"/>
                </a:solidFill>
                <a:latin typeface="Arial"/>
                <a:ea typeface="Arial"/>
                <a:cs typeface="Arial"/>
              </a:rPr>
              <a:t>Il vostro marchio.</a:t>
            </a:r>
          </a:p>
          <a:p xmlns:a="http://schemas.openxmlformats.org/drawingml/2006/main">
            <a:pPr>
              <a:defRPr sz="4725" b="1">
                <a:solidFill>
                  <a:srgbClr val="91D13E"/>
                </a:solidFill>
                <a:latin typeface="Arial"/>
                <a:ea typeface="Arial"/>
                <a:cs typeface="Arial"/>
              </a:defRPr>
            </a:pPr>
            <a:r>
              <a:rPr sz="4725" b="1">
                <a:solidFill>
                  <a:srgbClr val="91D13E"/>
                </a:solidFill>
                <a:latin typeface="Arial"/>
                <a:ea typeface="Arial"/>
                <a:cs typeface="Arial"/>
              </a:rPr>
              <a:t>Il suo spazio.</a:t>
            </a:r>
          </a:p>
        </p:txBody>
      </p:sp>
      <p:sp>
        <p:nvSpPr>
          <p:cNvPr id="4" name="">
            <a:extLst xmlns:a="http://schemas.openxmlformats.org/drawingml/2006/main">
              <a:ext uri="{FF2B5EF4-FFF2-40B4-BE49-F238E27FC236}">
                <a16:creationId xmlns:a16="http://schemas.microsoft.com/office/drawing/2014/main" id="{3C314AE6-D489-42E1-B542-041E7C4040E4}"/>
              </a:ext>
            </a:extLst>
          </p:cNvPr>
          <p:cNvSpPr>
            <a:spLocks xmlns:a="http://schemas.openxmlformats.org/drawingml/2006/main" noGrp="1"/>
          </p:cNvSpPr>
          <p:nvPr/>
        </p:nvSpPr>
        <p:spPr>
          <a:xfrm xmlns:a="http://schemas.openxmlformats.org/drawingml/2006/main">
            <a:off x="561975" y="3295650"/>
            <a:ext cx="5438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Una pagina dedicata</a:t>
            </a:r>
          </a:p>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alla collezione Boulenciel.</a:t>
            </a:r>
          </a:p>
        </p:txBody>
      </p:sp>
      <p:sp>
        <p:nvSpPr>
          <p:cNvPr id="5" name="">
            <a:extLst xmlns:a="http://schemas.openxmlformats.org/drawingml/2006/main">
              <a:ext uri="{FF2B5EF4-FFF2-40B4-BE49-F238E27FC236}">
                <a16:creationId xmlns:a16="http://schemas.microsoft.com/office/drawing/2014/main" id="{D80A2E94-2FEF-44D9-9C92-C5C8E2E67228}"/>
              </a:ext>
            </a:extLst>
          </p:cNvPr>
          <p:cNvSpPr>
            <a:spLocks xmlns:a="http://schemas.openxmlformats.org/drawingml/2006/main" noGrp="1"/>
          </p:cNvSpPr>
          <p:nvPr/>
        </p:nvSpPr>
        <p:spPr>
          <a:xfrm xmlns:a="http://schemas.openxmlformats.org/drawingml/2006/main">
            <a:off x="571500" y="4638675"/>
            <a:ext cx="52959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C4CDC2"/>
                </a:solidFill>
                <a:latin typeface="Arial"/>
                <a:ea typeface="Arial"/>
                <a:cs typeface="Arial"/>
              </a:defRPr>
            </a:pPr>
            <a:r>
              <a:rPr sz="2100" b="0">
                <a:solidFill>
                  <a:srgbClr val="C4CDC2"/>
                </a:solidFill>
                <a:latin typeface="Arial"/>
                <a:ea typeface="Arial"/>
                <a:cs typeface="Arial"/>
              </a:rPr>
              <a:t>18 set, immagini di prodotto</a:t>
            </a:r>
          </a:p>
          <a:p xmlns:a="http://schemas.openxmlformats.org/drawingml/2006/main">
            <a:pPr>
              <a:defRPr sz="2100" b="0">
                <a:solidFill>
                  <a:srgbClr val="C4CDC2"/>
                </a:solidFill>
                <a:latin typeface="Arial"/>
                <a:ea typeface="Arial"/>
                <a:cs typeface="Arial"/>
              </a:defRPr>
            </a:pPr>
            <a:r>
              <a:rPr sz="2100" b="0">
                <a:solidFill>
                  <a:srgbClr val="C4CDC2"/>
                </a:solidFill>
                <a:latin typeface="Arial"/>
                <a:ea typeface="Arial"/>
                <a:cs typeface="Arial"/>
              </a:rPr>
              <a:t>e una guida alla scelta.</a:t>
            </a:r>
          </a:p>
          <a:p xmlns:a="http://schemas.openxmlformats.org/drawingml/2006/main">
            <a:pPr>
              <a:defRPr sz="2100" b="0">
                <a:solidFill>
                  <a:srgbClr val="C4CDC2"/>
                </a:solidFill>
                <a:latin typeface="Arial"/>
                <a:ea typeface="Arial"/>
                <a:cs typeface="Arial"/>
              </a:defRPr>
            </a:pPr>
            <a:r>
              <a:rPr sz="2100" b="0">
                <a:solidFill>
                  <a:srgbClr val="C4CDC2"/>
                </a:solidFill>
                <a:latin typeface="Arial"/>
                <a:ea typeface="Arial"/>
                <a:cs typeface="Arial"/>
              </a:rPr>
              <a:t>In neerlandese e francese.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acd72e906c54898"/>
          <a:stretch xmlns:a="http://schemas.openxmlformats.org/drawingml/2006/main"/>
        </p:blipFill>
        <p:spPr>
          <a:xfrm xmlns:a="http://schemas.openxmlformats.org/drawingml/2006/main">
            <a:off x="6606652" y="1466850"/>
            <a:ext cx="4836571" cy="46386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D8F61E0-B695-4CE3-914E-36A80DC8958C}"/>
              </a:ext>
            </a:extLst>
          </p:cNvPr>
          <p:cNvSpPr>
            <a:spLocks xmlns:a="http://schemas.openxmlformats.org/drawingml/2006/main" noGrp="1"/>
          </p:cNvSpPr>
          <p:nvPr/>
        </p:nvSpPr>
        <p:spPr>
          <a:xfrm xmlns:a="http://schemas.openxmlformats.org/drawingml/2006/main">
            <a:off x="7000875" y="6153150"/>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91D13E"/>
                </a:solidFill>
                <a:latin typeface="Arial"/>
                <a:ea typeface="Arial"/>
                <a:cs typeface="Arial"/>
              </a:defRPr>
            </a:pPr>
            <a:r>
              <a:rPr sz="1275" b="1">
                <a:solidFill>
                  <a:srgbClr val="91D13E"/>
                </a:solidFill>
                <a:latin typeface="Arial"/>
                <a:ea typeface="Arial"/>
                <a:cs typeface="Arial"/>
              </a:rPr>
              <a:t>ANTEPRIMA LOCALE</a:t>
            </a:r>
          </a:p>
        </p:txBody>
      </p:sp>
    </p:spTree>
    <p:extLst>
      <p:ext uri="{BB962C8B-B14F-4D97-AF65-F5344CB8AC3E}">
        <p14:creationId xmlns:p14="http://schemas.microsoft.com/office/powerpoint/2010/main" val="6457030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bf5d1a659c44229"/>
          <a:stretch xmlns:a="http://schemas.openxmlformats.org/drawingml/2006/main"/>
        </p:blipFill>
        <p:spPr>
          <a:xfrm xmlns:a="http://schemas.openxmlformats.org/drawingml/2006/main">
            <a:off x="9715500" y="325010"/>
            <a:ext cx="1952625" cy="673956"/>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D7E8763-B10F-48AE-AE13-4A793BC26F2D}"/>
              </a:ext>
            </a:extLst>
          </p:cNvPr>
          <p:cNvSpPr>
            <a:spLocks xmlns:a="http://schemas.openxmlformats.org/drawingml/2006/main" noGrp="1"/>
          </p:cNvSpPr>
          <p:nvPr/>
        </p:nvSpPr>
        <p:spPr>
          <a:xfrm xmlns:a="http://schemas.openxmlformats.org/drawingml/2006/main">
            <a:off x="11287125" y="63531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6E62"/>
                </a:solidFill>
                <a:latin typeface="Arial"/>
                <a:ea typeface="Arial"/>
                <a:cs typeface="Arial"/>
              </a:defRPr>
            </a:pPr>
            <a:r>
              <a:rPr sz="1200" b="0">
                <a:solidFill>
                  <a:srgbClr val="656E62"/>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20E9C563-CE35-4847-83FF-B5A604BCB4B3}"/>
              </a:ext>
            </a:extLst>
          </p:cNvPr>
          <p:cNvSpPr>
            <a:spLocks xmlns:a="http://schemas.openxmlformats.org/drawingml/2006/main" noGrp="1"/>
          </p:cNvSpPr>
          <p:nvPr/>
        </p:nvSpPr>
        <p:spPr>
          <a:xfrm xmlns:a="http://schemas.openxmlformats.org/drawingml/2006/main">
            <a:off x="514350" y="476250"/>
            <a:ext cx="89249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0C110E"/>
                </a:solidFill>
                <a:latin typeface="Arial"/>
                <a:ea typeface="Arial"/>
                <a:cs typeface="Arial"/>
              </a:defRPr>
            </a:pPr>
            <a:r>
              <a:rPr sz="3525" b="1">
                <a:solidFill>
                  <a:srgbClr val="0C110E"/>
                </a:solidFill>
                <a:latin typeface="Arial"/>
                <a:ea typeface="Arial"/>
                <a:cs typeface="Arial"/>
              </a:rPr>
              <a:t>Boulenciel sulla scheda di gara</a:t>
            </a:r>
          </a:p>
        </p:txBody>
      </p:sp>
      <p:sp>
        <p:nvSpPr>
          <p:cNvPr id="4" name="">
            <a:extLst xmlns:a="http://schemas.openxmlformats.org/drawingml/2006/main">
              <a:ext uri="{FF2B5EF4-FFF2-40B4-BE49-F238E27FC236}">
                <a16:creationId xmlns:a16="http://schemas.microsoft.com/office/drawing/2014/main" id="{120B1951-88A9-4C1A-B7E1-09DDD4A442C6}"/>
              </a:ext>
            </a:extLst>
          </p:cNvPr>
          <p:cNvSpPr>
            <a:spLocks xmlns:a="http://schemas.openxmlformats.org/drawingml/2006/main" noGrp="1"/>
          </p:cNvSpPr>
          <p:nvPr/>
        </p:nvSpPr>
        <p:spPr>
          <a:xfrm xmlns:a="http://schemas.openxmlformats.org/drawingml/2006/main">
            <a:off x="542925" y="1381125"/>
            <a:ext cx="10763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45D51"/>
                </a:solidFill>
                <a:latin typeface="Arial"/>
                <a:ea typeface="Arial"/>
                <a:cs typeface="Arial"/>
              </a:defRPr>
            </a:pPr>
            <a:r>
              <a:rPr sz="2250" b="0">
                <a:solidFill>
                  <a:srgbClr val="545D51"/>
                </a:solidFill>
                <a:latin typeface="Arial"/>
                <a:ea typeface="Arial"/>
                <a:cs typeface="Arial"/>
              </a:rPr>
              <a:t>Il marchio accompagna i giocatori, turno dopo turno.</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3a9198a77284983"/>
          <a:stretch xmlns:a="http://schemas.openxmlformats.org/drawingml/2006/main"/>
        </p:blipFill>
        <p:spPr>
          <a:xfrm xmlns:a="http://schemas.openxmlformats.org/drawingml/2006/main">
            <a:off x="516449" y="2076450"/>
            <a:ext cx="8568303" cy="424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D2619C3-AC2E-400F-B934-1AD26E2791BB}"/>
              </a:ext>
            </a:extLst>
          </p:cNvPr>
          <p:cNvSpPr>
            <a:spLocks xmlns:a="http://schemas.openxmlformats.org/drawingml/2006/main" noGrp="1"/>
          </p:cNvSpPr>
          <p:nvPr/>
        </p:nvSpPr>
        <p:spPr>
          <a:xfrm xmlns:a="http://schemas.openxmlformats.org/drawingml/2006/main">
            <a:off x="6286500" y="2085975"/>
            <a:ext cx="2800350" cy="6953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67A2CF7-0E32-4C38-9272-640EAB1E142D}"/>
              </a:ext>
            </a:extLst>
          </p:cNvPr>
          <p:cNvSpPr>
            <a:spLocks xmlns:a="http://schemas.openxmlformats.org/drawingml/2006/main" noGrp="1"/>
          </p:cNvSpPr>
          <p:nvPr/>
        </p:nvSpPr>
        <p:spPr>
          <a:xfrm xmlns:a="http://schemas.openxmlformats.org/drawingml/2006/main">
            <a:off x="7143750" y="2714625"/>
            <a:ext cx="1943100" cy="3505200"/>
          </a:xfrm>
          <a:prstGeom xmlns:a="http://schemas.openxmlformats.org/drawingml/2006/main" prst="rect">
            <a:avLst/>
          </a:prstGeom>
          <a:solidFill xmlns:a="http://schemas.openxmlformats.org/drawingml/2006/main">
            <a:srgbClr val="91D13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294BEDB-047F-46BD-BAE8-D76A758EBEE9}"/>
              </a:ext>
            </a:extLst>
          </p:cNvPr>
          <p:cNvSpPr>
            <a:spLocks xmlns:a="http://schemas.openxmlformats.org/drawingml/2006/main" noGrp="1"/>
          </p:cNvSpPr>
          <p:nvPr/>
        </p:nvSpPr>
        <p:spPr>
          <a:xfrm xmlns:a="http://schemas.openxmlformats.org/drawingml/2006/main">
            <a:off x="7248525" y="2933700"/>
            <a:ext cx="1781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0C110E"/>
                </a:solidFill>
                <a:latin typeface="Arial"/>
                <a:ea typeface="Arial"/>
                <a:cs typeface="Arial"/>
              </a:defRPr>
            </a:pPr>
            <a:r>
              <a:rPr sz="975" b="1">
                <a:solidFill>
                  <a:srgbClr val="0C110E"/>
                </a:solidFill>
                <a:latin typeface="Arial"/>
                <a:ea typeface="Arial"/>
                <a:cs typeface="Arial"/>
              </a:rPr>
              <a:t>PARTNER PROPOSTO</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bd5ae78af244ab0"/>
          <a:stretch xmlns:a="http://schemas.openxmlformats.org/drawingml/2006/main"/>
        </p:blipFill>
        <p:spPr>
          <a:xfrm xmlns:a="http://schemas.openxmlformats.org/drawingml/2006/main">
            <a:off x="7259811" y="3581400"/>
            <a:ext cx="1710977" cy="59055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b1dcb97c25d4c70"/>
          <a:stretch xmlns:a="http://schemas.openxmlformats.org/drawingml/2006/main"/>
        </p:blipFill>
        <p:spPr>
          <a:xfrm xmlns:a="http://schemas.openxmlformats.org/drawingml/2006/main">
            <a:off x="7677150" y="4667250"/>
            <a:ext cx="914400" cy="9144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7938269E-0524-4363-AE2B-39A6065DBD1F}"/>
              </a:ext>
            </a:extLst>
          </p:cNvPr>
          <p:cNvSpPr>
            <a:spLocks xmlns:a="http://schemas.openxmlformats.org/drawingml/2006/main" noGrp="1"/>
          </p:cNvSpPr>
          <p:nvPr/>
        </p:nvSpPr>
        <p:spPr>
          <a:xfrm xmlns:a="http://schemas.openxmlformats.org/drawingml/2006/main">
            <a:off x="9496425" y="3181350"/>
            <a:ext cx="2286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C110E"/>
                </a:solidFill>
                <a:latin typeface="Arial"/>
                <a:ea typeface="Arial"/>
                <a:cs typeface="Arial"/>
              </a:defRPr>
            </a:pPr>
            <a:r>
              <a:rPr sz="2475" b="1">
                <a:solidFill>
                  <a:srgbClr val="0C110E"/>
                </a:solidFill>
                <a:latin typeface="Arial"/>
                <a:ea typeface="Arial"/>
                <a:cs typeface="Arial"/>
              </a:rPr>
              <a:t>Il vostro logo,</a:t>
            </a:r>
          </a:p>
          <a:p xmlns:a="http://schemas.openxmlformats.org/drawingml/2006/main">
            <a:pPr>
              <a:defRPr sz="2475" b="1">
                <a:solidFill>
                  <a:srgbClr val="0C110E"/>
                </a:solidFill>
                <a:latin typeface="Arial"/>
                <a:ea typeface="Arial"/>
                <a:cs typeface="Arial"/>
              </a:defRPr>
            </a:pPr>
            <a:r>
              <a:rPr sz="2475" b="1">
                <a:solidFill>
                  <a:srgbClr val="0C110E"/>
                </a:solidFill>
                <a:latin typeface="Arial"/>
                <a:ea typeface="Arial"/>
                <a:cs typeface="Arial"/>
              </a:rPr>
              <a:t>a ogni turno.</a:t>
            </a:r>
          </a:p>
        </p:txBody>
      </p:sp>
      <p:sp>
        <p:nvSpPr>
          <p:cNvPr id="12" name="">
            <a:extLst xmlns:a="http://schemas.openxmlformats.org/drawingml/2006/main">
              <a:ext uri="{FF2B5EF4-FFF2-40B4-BE49-F238E27FC236}">
                <a16:creationId xmlns:a16="http://schemas.microsoft.com/office/drawing/2014/main" id="{A476BFF9-6038-4E91-BC11-D00A31E6985F}"/>
              </a:ext>
            </a:extLst>
          </p:cNvPr>
          <p:cNvSpPr>
            <a:spLocks xmlns:a="http://schemas.openxmlformats.org/drawingml/2006/main" noGrp="1"/>
          </p:cNvSpPr>
          <p:nvPr/>
        </p:nvSpPr>
        <p:spPr>
          <a:xfrm xmlns:a="http://schemas.openxmlformats.org/drawingml/2006/main">
            <a:off x="542925" y="63341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5D50"/>
                </a:solidFill>
                <a:latin typeface="Arial"/>
                <a:ea typeface="Arial"/>
                <a:cs typeface="Arial"/>
              </a:defRPr>
            </a:pPr>
            <a:r>
              <a:rPr sz="1275" b="0">
                <a:solidFill>
                  <a:srgbClr val="535D50"/>
                </a:solidFill>
                <a:latin typeface="Arial"/>
                <a:ea typeface="Arial"/>
                <a:cs typeface="Arial"/>
              </a:rPr>
              <a:t>Concept di inserimento del logo. L’integrazione sulle schede Match13 segue l’accordo.</a:t>
            </a:r>
          </a:p>
        </p:txBody>
      </p:sp>
    </p:spTree>
    <p:extLst>
      <p:ext uri="{BB962C8B-B14F-4D97-AF65-F5344CB8AC3E}">
        <p14:creationId xmlns:p14="http://schemas.microsoft.com/office/powerpoint/2010/main" val="1661958958"/>
      </p:ext>
    </p:extLst>
  </p:cSld>
</p:sld>
</file>

<file path=ppt/slides/slide6.xml><?xml version="1.0" encoding="utf-8"?>
<p:sld xmlns:p="http://schemas.openxmlformats.org/presentationml/2006/main">
  <p:cSld>
    <p:bg>
      <p:bgPr>
        <a:solidFill xmlns:a="http://schemas.openxmlformats.org/drawingml/2006/main">
          <a:srgbClr val="0C110E"/>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7f80af3a36b4675"/>
          <a:stretch xmlns:a="http://schemas.openxmlformats.org/drawingml/2006/main"/>
        </p:blipFill>
        <p:spPr>
          <a:xfrm xmlns:a="http://schemas.openxmlformats.org/drawingml/2006/main">
            <a:off x="9715500" y="325010"/>
            <a:ext cx="1952625" cy="673956"/>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F828B8B-7D4D-4D2B-AD98-BF6974EDDFF6}"/>
              </a:ext>
            </a:extLst>
          </p:cNvPr>
          <p:cNvSpPr>
            <a:spLocks xmlns:a="http://schemas.openxmlformats.org/drawingml/2006/main" noGrp="1"/>
          </p:cNvSpPr>
          <p:nvPr/>
        </p:nvSpPr>
        <p:spPr>
          <a:xfrm xmlns:a="http://schemas.openxmlformats.org/drawingml/2006/main">
            <a:off x="11287125" y="63531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C4CDC2"/>
                </a:solidFill>
                <a:latin typeface="Arial"/>
                <a:ea typeface="Arial"/>
                <a:cs typeface="Arial"/>
              </a:defRPr>
            </a:pPr>
            <a:r>
              <a:rPr sz="1200" b="0">
                <a:solidFill>
                  <a:srgbClr val="C4CDC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1BEAE6D2-93FF-46C2-9C6B-349807C05D8A}"/>
              </a:ext>
            </a:extLst>
          </p:cNvPr>
          <p:cNvSpPr>
            <a:spLocks xmlns:a="http://schemas.openxmlformats.org/drawingml/2006/main" noGrp="1"/>
          </p:cNvSpPr>
          <p:nvPr/>
        </p:nvSpPr>
        <p:spPr>
          <a:xfrm xmlns:a="http://schemas.openxmlformats.org/drawingml/2006/main">
            <a:off x="542925" y="495300"/>
            <a:ext cx="8896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91D13E"/>
                </a:solidFill>
                <a:latin typeface="Arial"/>
                <a:ea typeface="Arial"/>
                <a:cs typeface="Arial"/>
              </a:defRPr>
            </a:pPr>
            <a:r>
              <a:rPr sz="3450" b="1">
                <a:solidFill>
                  <a:srgbClr val="91D13E"/>
                </a:solidFill>
                <a:latin typeface="Arial"/>
                <a:ea typeface="Arial"/>
                <a:cs typeface="Arial"/>
              </a:rPr>
              <a:t>Boulenciel sul grande schermo</a:t>
            </a:r>
          </a:p>
        </p:txBody>
      </p:sp>
      <p:sp>
        <p:nvSpPr>
          <p:cNvPr id="4" name="">
            <a:extLst xmlns:a="http://schemas.openxmlformats.org/drawingml/2006/main">
              <a:ext uri="{FF2B5EF4-FFF2-40B4-BE49-F238E27FC236}">
                <a16:creationId xmlns:a16="http://schemas.microsoft.com/office/drawing/2014/main" id="{0D1C2811-B4E7-4526-8ABB-F4B71092EB48}"/>
              </a:ext>
            </a:extLst>
          </p:cNvPr>
          <p:cNvSpPr>
            <a:spLocks xmlns:a="http://schemas.openxmlformats.org/drawingml/2006/main" noGrp="1"/>
          </p:cNvSpPr>
          <p:nvPr/>
        </p:nvSpPr>
        <p:spPr>
          <a:xfrm xmlns:a="http://schemas.openxmlformats.org/drawingml/2006/main">
            <a:off x="571500" y="14287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Accanto ai turni e all’assegnazione dei campi.</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96ed8017c07414c"/>
          <a:stretch xmlns:a="http://schemas.openxmlformats.org/drawingml/2006/main"/>
        </p:blipFill>
        <p:spPr>
          <a:xfrm xmlns:a="http://schemas.openxmlformats.org/drawingml/2006/main">
            <a:off x="580835" y="2647950"/>
            <a:ext cx="11030331" cy="21050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CAB76D4-0146-469C-9C67-6C904BEF96DC}"/>
              </a:ext>
            </a:extLst>
          </p:cNvPr>
          <p:cNvSpPr>
            <a:spLocks xmlns:a="http://schemas.openxmlformats.org/drawingml/2006/main" noGrp="1"/>
          </p:cNvSpPr>
          <p:nvPr/>
        </p:nvSpPr>
        <p:spPr>
          <a:xfrm xmlns:a="http://schemas.openxmlformats.org/drawingml/2006/main">
            <a:off x="571500" y="4752975"/>
            <a:ext cx="11049000" cy="13335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d69a45910864ffc"/>
          <a:stretch xmlns:a="http://schemas.openxmlformats.org/drawingml/2006/main"/>
        </p:blipFill>
        <p:spPr>
          <a:xfrm xmlns:a="http://schemas.openxmlformats.org/drawingml/2006/main">
            <a:off x="880280" y="5153025"/>
            <a:ext cx="2373291" cy="8191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B55DABC-21AF-473B-ADB8-64EAA2EA4AB1}"/>
              </a:ext>
            </a:extLst>
          </p:cNvPr>
          <p:cNvSpPr>
            <a:spLocks xmlns:a="http://schemas.openxmlformats.org/drawingml/2006/main" noGrp="1"/>
          </p:cNvSpPr>
          <p:nvPr/>
        </p:nvSpPr>
        <p:spPr>
          <a:xfrm xmlns:a="http://schemas.openxmlformats.org/drawingml/2006/main">
            <a:off x="3867150" y="5143500"/>
            <a:ext cx="5010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C110E"/>
                </a:solidFill>
                <a:latin typeface="Arial"/>
                <a:ea typeface="Arial"/>
                <a:cs typeface="Arial"/>
              </a:defRPr>
            </a:pPr>
            <a:r>
              <a:rPr sz="2175" b="1">
                <a:solidFill>
                  <a:srgbClr val="0C110E"/>
                </a:solidFill>
                <a:latin typeface="Arial"/>
                <a:ea typeface="Arial"/>
                <a:cs typeface="Arial"/>
              </a:rPr>
              <a:t>PARTNER DI MATCH13</a:t>
            </a:r>
          </a:p>
        </p:txBody>
      </p:sp>
      <p:sp>
        <p:nvSpPr>
          <p:cNvPr id="9" name="">
            <a:extLst xmlns:a="http://schemas.openxmlformats.org/drawingml/2006/main">
              <a:ext uri="{FF2B5EF4-FFF2-40B4-BE49-F238E27FC236}">
                <a16:creationId xmlns:a16="http://schemas.microsoft.com/office/drawing/2014/main" id="{4368EB9E-64DA-42AA-914F-83365A396427}"/>
              </a:ext>
            </a:extLst>
          </p:cNvPr>
          <p:cNvSpPr>
            <a:spLocks xmlns:a="http://schemas.openxmlformats.org/drawingml/2006/main" noGrp="1"/>
          </p:cNvSpPr>
          <p:nvPr/>
        </p:nvSpPr>
        <p:spPr>
          <a:xfrm xmlns:a="http://schemas.openxmlformats.org/drawingml/2006/main">
            <a:off x="3895725" y="5581650"/>
            <a:ext cx="5800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5D50"/>
                </a:solidFill>
                <a:latin typeface="Arial"/>
                <a:ea typeface="Arial"/>
                <a:cs typeface="Arial"/>
              </a:defRPr>
            </a:pPr>
            <a:r>
              <a:rPr sz="1725" b="0">
                <a:solidFill>
                  <a:srgbClr val="535D50"/>
                </a:solidFill>
                <a:latin typeface="Arial"/>
                <a:ea typeface="Arial"/>
                <a:cs typeface="Arial"/>
              </a:rPr>
              <a:t>Proposta di visibilità durante il torneo</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839a06ccb2743d1"/>
          <a:stretch xmlns:a="http://schemas.openxmlformats.org/drawingml/2006/main"/>
        </p:blipFill>
        <p:spPr>
          <a:xfrm xmlns:a="http://schemas.openxmlformats.org/drawingml/2006/main">
            <a:off x="10315575" y="5095875"/>
            <a:ext cx="942975" cy="9429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667778E-79DE-4B79-9B18-248250ED3D46}"/>
              </a:ext>
            </a:extLst>
          </p:cNvPr>
          <p:cNvSpPr>
            <a:spLocks xmlns:a="http://schemas.openxmlformats.org/drawingml/2006/main" noGrp="1"/>
          </p:cNvSpPr>
          <p:nvPr/>
        </p:nvSpPr>
        <p:spPr>
          <a:xfrm xmlns:a="http://schemas.openxmlformats.org/drawingml/2006/main">
            <a:off x="571500" y="6362700"/>
            <a:ext cx="10382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C4CDC2"/>
                </a:solidFill>
                <a:latin typeface="Arial"/>
                <a:ea typeface="Arial"/>
                <a:cs typeface="Arial"/>
              </a:defRPr>
            </a:pPr>
            <a:r>
              <a:rPr sz="1275" b="0">
                <a:solidFill>
                  <a:srgbClr val="C4CDC2"/>
                </a:solidFill>
                <a:latin typeface="Arial"/>
                <a:ea typeface="Arial"/>
                <a:cs typeface="Arial"/>
              </a:rPr>
              <a:t>Concept. Fascia sponsor da integrare nei tornei che utilizzano il monitor Match13.</a:t>
            </a:r>
          </a:p>
        </p:txBody>
      </p:sp>
    </p:spTree>
    <p:extLst>
      <p:ext uri="{BB962C8B-B14F-4D97-AF65-F5344CB8AC3E}">
        <p14:creationId xmlns:p14="http://schemas.microsoft.com/office/powerpoint/2010/main" val="1321568022"/>
      </p:ext>
    </p:extLst>
  </p:cSld>
</p:sld>
</file>

<file path=ppt/slides/slide7.xml><?xml version="1.0" encoding="utf-8"?>
<p:sld xmlns:p="http://schemas.openxmlformats.org/presentationml/2006/main">
  <p:cSld>
    <p:bg>
      <p:bgPr>
        <a:solidFill xmlns:a="http://schemas.openxmlformats.org/drawingml/2006/main">
          <a:srgbClr val="0C110E"/>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d0dccd743b84f50"/>
          <a:stretch xmlns:a="http://schemas.openxmlformats.org/drawingml/2006/main"/>
        </p:blipFill>
        <p:spPr>
          <a:xfrm xmlns:a="http://schemas.openxmlformats.org/drawingml/2006/main">
            <a:off x="9715500" y="325010"/>
            <a:ext cx="1952625" cy="673956"/>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F27DC11-2B06-458F-8D46-DEEB9E902156}"/>
              </a:ext>
            </a:extLst>
          </p:cNvPr>
          <p:cNvSpPr>
            <a:spLocks xmlns:a="http://schemas.openxmlformats.org/drawingml/2006/main" noGrp="1"/>
          </p:cNvSpPr>
          <p:nvPr/>
        </p:nvSpPr>
        <p:spPr>
          <a:xfrm xmlns:a="http://schemas.openxmlformats.org/drawingml/2006/main">
            <a:off x="11287125" y="63531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C4CDC2"/>
                </a:solidFill>
                <a:latin typeface="Arial"/>
                <a:ea typeface="Arial"/>
                <a:cs typeface="Arial"/>
              </a:defRPr>
            </a:pPr>
            <a:r>
              <a:rPr sz="1200" b="0">
                <a:solidFill>
                  <a:srgbClr val="C4CDC2"/>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C146F0ED-9589-4F1C-9F11-8B3884E4A2FA}"/>
              </a:ext>
            </a:extLst>
          </p:cNvPr>
          <p:cNvSpPr>
            <a:spLocks xmlns:a="http://schemas.openxmlformats.org/drawingml/2006/main" noGrp="1"/>
          </p:cNvSpPr>
          <p:nvPr/>
        </p:nvSpPr>
        <p:spPr>
          <a:xfrm xmlns:a="http://schemas.openxmlformats.org/drawingml/2006/main">
            <a:off x="552450" y="495300"/>
            <a:ext cx="88963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91D13E"/>
                </a:solidFill>
                <a:latin typeface="Arial"/>
                <a:ea typeface="Arial"/>
                <a:cs typeface="Arial"/>
              </a:defRPr>
            </a:pPr>
            <a:r>
              <a:rPr sz="3675" b="1">
                <a:solidFill>
                  <a:srgbClr val="91D13E"/>
                </a:solidFill>
                <a:latin typeface="Arial"/>
                <a:ea typeface="Arial"/>
                <a:cs typeface="Arial"/>
              </a:rPr>
              <a:t>Due formule di partnership</a:t>
            </a:r>
          </a:p>
        </p:txBody>
      </p:sp>
      <p:sp>
        <p:nvSpPr>
          <p:cNvPr id="4" name="">
            <a:extLst xmlns:a="http://schemas.openxmlformats.org/drawingml/2006/main">
              <a:ext uri="{FF2B5EF4-FFF2-40B4-BE49-F238E27FC236}">
                <a16:creationId xmlns:a16="http://schemas.microsoft.com/office/drawing/2014/main" id="{82869AB2-23ED-4E3E-BA7A-D716749DD57F}"/>
              </a:ext>
            </a:extLst>
          </p:cNvPr>
          <p:cNvSpPr>
            <a:spLocks xmlns:a="http://schemas.openxmlformats.org/drawingml/2006/main" noGrp="1"/>
          </p:cNvSpPr>
          <p:nvPr/>
        </p:nvSpPr>
        <p:spPr>
          <a:xfrm xmlns:a="http://schemas.openxmlformats.org/drawingml/2006/main">
            <a:off x="552450" y="1866900"/>
            <a:ext cx="52863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Sponsor principale</a:t>
            </a:r>
          </a:p>
        </p:txBody>
      </p:sp>
      <p:sp>
        <p:nvSpPr>
          <p:cNvPr id="5" name="">
            <a:extLst xmlns:a="http://schemas.openxmlformats.org/drawingml/2006/main">
              <a:ext uri="{FF2B5EF4-FFF2-40B4-BE49-F238E27FC236}">
                <a16:creationId xmlns:a16="http://schemas.microsoft.com/office/drawing/2014/main" id="{E5E70E0D-83A3-46DE-963F-DD1EA27ED157}"/>
              </a:ext>
            </a:extLst>
          </p:cNvPr>
          <p:cNvSpPr>
            <a:spLocks xmlns:a="http://schemas.openxmlformats.org/drawingml/2006/main" noGrp="1"/>
          </p:cNvSpPr>
          <p:nvPr/>
        </p:nvSpPr>
        <p:spPr>
          <a:xfrm xmlns:a="http://schemas.openxmlformats.org/drawingml/2006/main">
            <a:off x="552450" y="2600325"/>
            <a:ext cx="53530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FFFFFF"/>
                </a:solidFill>
                <a:latin typeface="Arial"/>
                <a:ea typeface="Arial"/>
                <a:cs typeface="Arial"/>
              </a:defRPr>
            </a:pPr>
            <a:r>
              <a:rPr sz="5850" b="1">
                <a:solidFill>
                  <a:srgbClr val="FFFFFF"/>
                </a:solidFill>
                <a:latin typeface="Arial"/>
                <a:ea typeface="Arial"/>
                <a:cs typeface="Arial"/>
              </a:rPr>
              <a:t>€ 1.550</a:t>
            </a:r>
          </a:p>
        </p:txBody>
      </p:sp>
      <p:sp>
        <p:nvSpPr>
          <p:cNvPr id="6" name="">
            <a:extLst xmlns:a="http://schemas.openxmlformats.org/drawingml/2006/main">
              <a:ext uri="{FF2B5EF4-FFF2-40B4-BE49-F238E27FC236}">
                <a16:creationId xmlns:a16="http://schemas.microsoft.com/office/drawing/2014/main" id="{19DD683D-C1D0-4D3A-99D9-6A5F18D482BE}"/>
              </a:ext>
            </a:extLst>
          </p:cNvPr>
          <p:cNvSpPr>
            <a:spLocks xmlns:a="http://schemas.openxmlformats.org/drawingml/2006/main" noGrp="1"/>
          </p:cNvSpPr>
          <p:nvPr/>
        </p:nvSpPr>
        <p:spPr>
          <a:xfrm xmlns:a="http://schemas.openxmlformats.org/drawingml/2006/main">
            <a:off x="590550" y="3619500"/>
            <a:ext cx="4905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4CDC2"/>
                </a:solidFill>
                <a:latin typeface="Arial"/>
                <a:ea typeface="Arial"/>
                <a:cs typeface="Arial"/>
              </a:defRPr>
            </a:pPr>
            <a:r>
              <a:rPr sz="2025" b="0">
                <a:solidFill>
                  <a:srgbClr val="C4CDC2"/>
                </a:solidFill>
                <a:latin typeface="Arial"/>
                <a:ea typeface="Arial"/>
                <a:cs typeface="Arial"/>
              </a:rPr>
              <a:t>all’anno</a:t>
            </a:r>
          </a:p>
        </p:txBody>
      </p:sp>
      <p:sp>
        <p:nvSpPr>
          <p:cNvPr id="7" name="">
            <a:extLst xmlns:a="http://schemas.openxmlformats.org/drawingml/2006/main">
              <a:ext uri="{FF2B5EF4-FFF2-40B4-BE49-F238E27FC236}">
                <a16:creationId xmlns:a16="http://schemas.microsoft.com/office/drawing/2014/main" id="{F2A1AABB-18F9-4095-949A-23A1EB2744FA}"/>
              </a:ext>
            </a:extLst>
          </p:cNvPr>
          <p:cNvSpPr>
            <a:spLocks xmlns:a="http://schemas.openxmlformats.org/drawingml/2006/main" noGrp="1"/>
          </p:cNvSpPr>
          <p:nvPr/>
        </p:nvSpPr>
        <p:spPr>
          <a:xfrm xmlns:a="http://schemas.openxmlformats.org/drawingml/2006/main">
            <a:off x="590550" y="4438650"/>
            <a:ext cx="50863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C4CDC2"/>
                </a:solidFill>
                <a:latin typeface="Arial"/>
                <a:ea typeface="Arial"/>
                <a:cs typeface="Arial"/>
              </a:defRPr>
            </a:pPr>
            <a:r>
              <a:rPr sz="1950" b="0">
                <a:solidFill>
                  <a:srgbClr val="C4CDC2"/>
                </a:solidFill>
                <a:latin typeface="Arial"/>
                <a:ea typeface="Arial"/>
                <a:cs typeface="Arial"/>
              </a:rPr>
              <a:t>Pagina dedicata e banner in homepage.</a:t>
            </a:r>
          </a:p>
          <a:p xmlns:a="http://schemas.openxmlformats.org/drawingml/2006/main">
            <a:pPr>
              <a:defRPr sz="1950" b="0">
                <a:solidFill>
                  <a:srgbClr val="C4CDC2"/>
                </a:solidFill>
                <a:latin typeface="Arial"/>
                <a:ea typeface="Arial"/>
                <a:cs typeface="Arial"/>
              </a:defRPr>
            </a:pPr>
            <a:r>
              <a:rPr sz="1950" b="0">
                <a:solidFill>
                  <a:srgbClr val="C4CDC2"/>
                </a:solidFill>
                <a:latin typeface="Arial"/>
                <a:ea typeface="Arial"/>
                <a:cs typeface="Arial"/>
              </a:rPr>
              <a:t>Presenza in newsletter e video dei tornei.</a:t>
            </a:r>
          </a:p>
          <a:p xmlns:a="http://schemas.openxmlformats.org/drawingml/2006/main">
            <a:pPr>
              <a:defRPr sz="1950" b="0">
                <a:solidFill>
                  <a:srgbClr val="C4CDC2"/>
                </a:solidFill>
                <a:latin typeface="Arial"/>
                <a:ea typeface="Arial"/>
                <a:cs typeface="Arial"/>
              </a:defRPr>
            </a:pPr>
            <a:r>
              <a:rPr sz="1950" b="0">
                <a:solidFill>
                  <a:srgbClr val="C4CDC2"/>
                </a:solidFill>
                <a:latin typeface="Arial"/>
                <a:ea typeface="Arial"/>
                <a:cs typeface="Arial"/>
              </a:rPr>
              <a:t>Incluso il pacchetto Argento.</a:t>
            </a:r>
          </a:p>
        </p:txBody>
      </p:sp>
      <p:sp>
        <p:nvSpPr>
          <p:cNvPr id="8" name="">
            <a:extLst xmlns:a="http://schemas.openxmlformats.org/drawingml/2006/main">
              <a:ext uri="{FF2B5EF4-FFF2-40B4-BE49-F238E27FC236}">
                <a16:creationId xmlns:a16="http://schemas.microsoft.com/office/drawing/2014/main" id="{1AAFF2F4-E37D-4EA0-8A6C-A2F136DA51BE}"/>
              </a:ext>
            </a:extLst>
          </p:cNvPr>
          <p:cNvSpPr>
            <a:spLocks xmlns:a="http://schemas.openxmlformats.org/drawingml/2006/main" noGrp="1"/>
          </p:cNvSpPr>
          <p:nvPr/>
        </p:nvSpPr>
        <p:spPr>
          <a:xfrm xmlns:a="http://schemas.openxmlformats.org/drawingml/2006/main">
            <a:off x="590550" y="5924550"/>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Fino a 2 sponsor principali</a:t>
            </a:r>
          </a:p>
        </p:txBody>
      </p:sp>
      <p:sp>
        <p:nvSpPr>
          <p:cNvPr id="9" name="">
            <a:extLst xmlns:a="http://schemas.openxmlformats.org/drawingml/2006/main">
              <a:ext uri="{FF2B5EF4-FFF2-40B4-BE49-F238E27FC236}">
                <a16:creationId xmlns:a16="http://schemas.microsoft.com/office/drawing/2014/main" id="{5CEF670D-9522-4F78-925F-11D76DEFC279}"/>
              </a:ext>
            </a:extLst>
          </p:cNvPr>
          <p:cNvSpPr>
            <a:spLocks xmlns:a="http://schemas.openxmlformats.org/drawingml/2006/main" noGrp="1"/>
          </p:cNvSpPr>
          <p:nvPr/>
        </p:nvSpPr>
        <p:spPr>
          <a:xfrm xmlns:a="http://schemas.openxmlformats.org/drawingml/2006/main">
            <a:off x="6372225" y="1866900"/>
            <a:ext cx="53149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91D13E"/>
                </a:solidFill>
                <a:latin typeface="Arial"/>
                <a:ea typeface="Arial"/>
                <a:cs typeface="Arial"/>
              </a:defRPr>
            </a:pPr>
            <a:r>
              <a:rPr sz="2550" b="1">
                <a:solidFill>
                  <a:srgbClr val="91D13E"/>
                </a:solidFill>
                <a:latin typeface="Arial"/>
                <a:ea typeface="Arial"/>
                <a:cs typeface="Arial"/>
              </a:rPr>
              <a:t>Partner principale Match13</a:t>
            </a:r>
          </a:p>
        </p:txBody>
      </p:sp>
      <p:sp>
        <p:nvSpPr>
          <p:cNvPr id="10" name="">
            <a:extLst xmlns:a="http://schemas.openxmlformats.org/drawingml/2006/main">
              <a:ext uri="{FF2B5EF4-FFF2-40B4-BE49-F238E27FC236}">
                <a16:creationId xmlns:a16="http://schemas.microsoft.com/office/drawing/2014/main" id="{F216657E-369C-43F7-9775-EF4F18B3EE9A}"/>
              </a:ext>
            </a:extLst>
          </p:cNvPr>
          <p:cNvSpPr>
            <a:spLocks xmlns:a="http://schemas.openxmlformats.org/drawingml/2006/main" noGrp="1"/>
          </p:cNvSpPr>
          <p:nvPr/>
        </p:nvSpPr>
        <p:spPr>
          <a:xfrm xmlns:a="http://schemas.openxmlformats.org/drawingml/2006/main">
            <a:off x="6372225" y="2600325"/>
            <a:ext cx="5257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91D13E"/>
                </a:solidFill>
                <a:latin typeface="Arial"/>
                <a:ea typeface="Arial"/>
                <a:cs typeface="Arial"/>
              </a:defRPr>
            </a:pPr>
            <a:r>
              <a:rPr sz="5850" b="1">
                <a:solidFill>
                  <a:srgbClr val="91D13E"/>
                </a:solidFill>
                <a:latin typeface="Arial"/>
                <a:ea typeface="Arial"/>
                <a:cs typeface="Arial"/>
              </a:rPr>
              <a:t>€ 3.000</a:t>
            </a:r>
          </a:p>
        </p:txBody>
      </p:sp>
      <p:sp>
        <p:nvSpPr>
          <p:cNvPr id="11" name="">
            <a:extLst xmlns:a="http://schemas.openxmlformats.org/drawingml/2006/main">
              <a:ext uri="{FF2B5EF4-FFF2-40B4-BE49-F238E27FC236}">
                <a16:creationId xmlns:a16="http://schemas.microsoft.com/office/drawing/2014/main" id="{E038094E-3B19-4039-B7A6-FA65718EDC92}"/>
              </a:ext>
            </a:extLst>
          </p:cNvPr>
          <p:cNvSpPr>
            <a:spLocks xmlns:a="http://schemas.openxmlformats.org/drawingml/2006/main" noGrp="1"/>
          </p:cNvSpPr>
          <p:nvPr/>
        </p:nvSpPr>
        <p:spPr>
          <a:xfrm xmlns:a="http://schemas.openxmlformats.org/drawingml/2006/main">
            <a:off x="6419850" y="3619500"/>
            <a:ext cx="4905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C4CDC2"/>
                </a:solidFill>
                <a:latin typeface="Arial"/>
                <a:ea typeface="Arial"/>
                <a:cs typeface="Arial"/>
              </a:defRPr>
            </a:pPr>
            <a:r>
              <a:rPr sz="2025" b="0">
                <a:solidFill>
                  <a:srgbClr val="C4CDC2"/>
                </a:solidFill>
                <a:latin typeface="Arial"/>
                <a:ea typeface="Arial"/>
                <a:cs typeface="Arial"/>
              </a:rPr>
              <a:t>all’anno</a:t>
            </a:r>
          </a:p>
        </p:txBody>
      </p:sp>
      <p:sp>
        <p:nvSpPr>
          <p:cNvPr id="12" name="">
            <a:extLst xmlns:a="http://schemas.openxmlformats.org/drawingml/2006/main">
              <a:ext uri="{FF2B5EF4-FFF2-40B4-BE49-F238E27FC236}">
                <a16:creationId xmlns:a16="http://schemas.microsoft.com/office/drawing/2014/main" id="{11225D14-AB03-4889-BF78-CFC9D14392B8}"/>
              </a:ext>
            </a:extLst>
          </p:cNvPr>
          <p:cNvSpPr>
            <a:spLocks xmlns:a="http://schemas.openxmlformats.org/drawingml/2006/main" noGrp="1"/>
          </p:cNvSpPr>
          <p:nvPr/>
        </p:nvSpPr>
        <p:spPr>
          <a:xfrm xmlns:a="http://schemas.openxmlformats.org/drawingml/2006/main">
            <a:off x="6419850" y="4438650"/>
            <a:ext cx="49911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Tutto il pacchetto Sponsor principale.</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In più, il logo sulle schede di gara</a:t>
            </a:r>
          </a:p>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e sul monitor Match13.</a:t>
            </a:r>
          </a:p>
        </p:txBody>
      </p:sp>
      <p:sp>
        <p:nvSpPr>
          <p:cNvPr id="13" name="">
            <a:extLst xmlns:a="http://schemas.openxmlformats.org/drawingml/2006/main">
              <a:ext uri="{FF2B5EF4-FFF2-40B4-BE49-F238E27FC236}">
                <a16:creationId xmlns:a16="http://schemas.microsoft.com/office/drawing/2014/main" id="{5D964528-FE2A-43A4-8144-8FD811AD5FEE}"/>
              </a:ext>
            </a:extLst>
          </p:cNvPr>
          <p:cNvSpPr>
            <a:spLocks xmlns:a="http://schemas.openxmlformats.org/drawingml/2006/main" noGrp="1"/>
          </p:cNvSpPr>
          <p:nvPr/>
        </p:nvSpPr>
        <p:spPr>
          <a:xfrm xmlns:a="http://schemas.openxmlformats.org/drawingml/2006/main">
            <a:off x="6419850" y="5924550"/>
            <a:ext cx="5076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91D13E"/>
                </a:solidFill>
                <a:latin typeface="Arial"/>
                <a:ea typeface="Arial"/>
                <a:cs typeface="Arial"/>
              </a:defRPr>
            </a:pPr>
            <a:r>
              <a:rPr sz="1725" b="1">
                <a:solidFill>
                  <a:srgbClr val="91D13E"/>
                </a:solidFill>
                <a:latin typeface="Arial"/>
                <a:ea typeface="Arial"/>
                <a:cs typeface="Arial"/>
              </a:rPr>
              <a:t>Un solo partner Match13 all’anno</a:t>
            </a:r>
          </a:p>
        </p:txBody>
      </p:sp>
      <p:sp>
        <p:nvSpPr>
          <p:cNvPr id="14" name="">
            <a:extLst xmlns:a="http://schemas.openxmlformats.org/drawingml/2006/main">
              <a:ext uri="{FF2B5EF4-FFF2-40B4-BE49-F238E27FC236}">
                <a16:creationId xmlns:a16="http://schemas.microsoft.com/office/drawing/2014/main" id="{01CD9044-735F-45A1-B8A4-3FE48B311A3D}"/>
              </a:ext>
            </a:extLst>
          </p:cNvPr>
          <p:cNvSpPr>
            <a:spLocks xmlns:a="http://schemas.openxmlformats.org/drawingml/2006/main" noGrp="1"/>
          </p:cNvSpPr>
          <p:nvPr/>
        </p:nvSpPr>
        <p:spPr>
          <a:xfrm xmlns:a="http://schemas.openxmlformats.org/drawingml/2006/main">
            <a:off x="590550" y="6477000"/>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C4CDC2"/>
                </a:solidFill>
                <a:latin typeface="Arial"/>
                <a:ea typeface="Arial"/>
                <a:cs typeface="Arial"/>
              </a:defRPr>
            </a:pPr>
            <a:r>
              <a:rPr sz="1050" b="0">
                <a:solidFill>
                  <a:srgbClr val="C4CDC2"/>
                </a:solidFill>
                <a:latin typeface="Arial"/>
                <a:ea typeface="Arial"/>
                <a:cs typeface="Arial"/>
              </a:rPr>
              <a:t>Tariffe del primo anno dal dossier. Durata, disponibilità e trattamento IVA da confermare nell’accordo.</a:t>
            </a:r>
          </a:p>
        </p:txBody>
      </p:sp>
    </p:spTree>
    <p:extLst>
      <p:ext uri="{BB962C8B-B14F-4D97-AF65-F5344CB8AC3E}">
        <p14:creationId xmlns:p14="http://schemas.microsoft.com/office/powerpoint/2010/main" val="21414329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4c9404573c24855"/>
          <a:stretch xmlns:a="http://schemas.openxmlformats.org/drawingml/2006/main"/>
        </p:blipFill>
        <p:spPr>
          <a:xfrm xmlns:a="http://schemas.openxmlformats.org/drawingml/2006/main">
            <a:off x="9715500" y="325010"/>
            <a:ext cx="1952625" cy="673956"/>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4028E96-EF46-406A-8A60-3DA7FE2037EE}"/>
              </a:ext>
            </a:extLst>
          </p:cNvPr>
          <p:cNvSpPr>
            <a:spLocks xmlns:a="http://schemas.openxmlformats.org/drawingml/2006/main" noGrp="1"/>
          </p:cNvSpPr>
          <p:nvPr/>
        </p:nvSpPr>
        <p:spPr>
          <a:xfrm xmlns:a="http://schemas.openxmlformats.org/drawingml/2006/main">
            <a:off x="11287125" y="63531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6E62"/>
                </a:solidFill>
                <a:latin typeface="Arial"/>
                <a:ea typeface="Arial"/>
                <a:cs typeface="Arial"/>
              </a:defRPr>
            </a:pPr>
            <a:r>
              <a:rPr sz="1200" b="0">
                <a:solidFill>
                  <a:srgbClr val="656E62"/>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32FBBDE1-1232-4C62-9371-87C5C3214D13}"/>
              </a:ext>
            </a:extLst>
          </p:cNvPr>
          <p:cNvSpPr>
            <a:spLocks xmlns:a="http://schemas.openxmlformats.org/drawingml/2006/main" noGrp="1"/>
          </p:cNvSpPr>
          <p:nvPr/>
        </p:nvSpPr>
        <p:spPr>
          <a:xfrm xmlns:a="http://schemas.openxmlformats.org/drawingml/2006/main">
            <a:off x="533400" y="504825"/>
            <a:ext cx="88201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0C110E"/>
                </a:solidFill>
                <a:latin typeface="Arial"/>
                <a:ea typeface="Arial"/>
                <a:cs typeface="Arial"/>
              </a:defRPr>
            </a:pPr>
            <a:r>
              <a:rPr sz="3525" b="1">
                <a:solidFill>
                  <a:srgbClr val="0C110E"/>
                </a:solidFill>
                <a:latin typeface="Arial"/>
                <a:ea typeface="Arial"/>
                <a:cs typeface="Arial"/>
              </a:rPr>
              <a:t>La collaborazione prende forma insieme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6c8b5d2f0874685"/>
          <a:stretch xmlns:a="http://schemas.openxmlformats.org/drawingml/2006/main"/>
        </p:blipFill>
        <p:spPr>
          <a:xfrm xmlns:a="http://schemas.openxmlformats.org/drawingml/2006/main">
            <a:off x="762000" y="2238375"/>
            <a:ext cx="1962150" cy="196215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aef63a5aeff4227"/>
          <a:stretch xmlns:a="http://schemas.openxmlformats.org/drawingml/2006/main"/>
        </p:blipFill>
        <p:spPr>
          <a:xfrm xmlns:a="http://schemas.openxmlformats.org/drawingml/2006/main">
            <a:off x="554244" y="4772025"/>
            <a:ext cx="2787237" cy="9620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7F8D9C8-2D3A-468F-85D1-D01CB933479F}"/>
              </a:ext>
            </a:extLst>
          </p:cNvPr>
          <p:cNvSpPr>
            <a:spLocks xmlns:a="http://schemas.openxmlformats.org/drawingml/2006/main" noGrp="1"/>
          </p:cNvSpPr>
          <p:nvPr/>
        </p:nvSpPr>
        <p:spPr>
          <a:xfrm xmlns:a="http://schemas.openxmlformats.org/drawingml/2006/main">
            <a:off x="4105275" y="2105025"/>
            <a:ext cx="1047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91D13E"/>
                </a:solidFill>
                <a:latin typeface="Arial"/>
                <a:ea typeface="Arial"/>
                <a:cs typeface="Arial"/>
              </a:defRPr>
            </a:pPr>
            <a:r>
              <a:rPr sz="3675" b="1">
                <a:solidFill>
                  <a:srgbClr val="91D13E"/>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1ACB393F-3006-4D97-9BD4-6D8ACCDAC66B}"/>
              </a:ext>
            </a:extLst>
          </p:cNvPr>
          <p:cNvSpPr>
            <a:spLocks xmlns:a="http://schemas.openxmlformats.org/drawingml/2006/main" noGrp="1"/>
          </p:cNvSpPr>
          <p:nvPr/>
        </p:nvSpPr>
        <p:spPr>
          <a:xfrm xmlns:a="http://schemas.openxmlformats.org/drawingml/2006/main">
            <a:off x="5314950" y="2133600"/>
            <a:ext cx="58197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C110E"/>
                </a:solidFill>
                <a:latin typeface="Arial"/>
                <a:ea typeface="Arial"/>
                <a:cs typeface="Arial"/>
              </a:defRPr>
            </a:pPr>
            <a:r>
              <a:rPr sz="2475" b="1">
                <a:solidFill>
                  <a:srgbClr val="0C110E"/>
                </a:solidFill>
                <a:latin typeface="Arial"/>
                <a:ea typeface="Arial"/>
                <a:cs typeface="Arial"/>
              </a:rPr>
              <a:t>Il progetto</a:t>
            </a:r>
          </a:p>
        </p:txBody>
      </p:sp>
      <p:sp>
        <p:nvSpPr>
          <p:cNvPr id="8" name="">
            <a:extLst xmlns:a="http://schemas.openxmlformats.org/drawingml/2006/main">
              <a:ext uri="{FF2B5EF4-FFF2-40B4-BE49-F238E27FC236}">
                <a16:creationId xmlns:a16="http://schemas.microsoft.com/office/drawing/2014/main" id="{8F2A9AC9-C2EF-4F58-A1DE-2876CC5F51CE}"/>
              </a:ext>
            </a:extLst>
          </p:cNvPr>
          <p:cNvSpPr>
            <a:spLocks xmlns:a="http://schemas.openxmlformats.org/drawingml/2006/main" noGrp="1"/>
          </p:cNvSpPr>
          <p:nvPr/>
        </p:nvSpPr>
        <p:spPr>
          <a:xfrm xmlns:a="http://schemas.openxmlformats.org/drawingml/2006/main">
            <a:off x="5353050" y="2667000"/>
            <a:ext cx="609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45D51"/>
                </a:solidFill>
                <a:latin typeface="Arial"/>
                <a:ea typeface="Arial"/>
                <a:cs typeface="Arial"/>
              </a:defRPr>
            </a:pPr>
            <a:r>
              <a:rPr sz="1950" b="0">
                <a:solidFill>
                  <a:srgbClr val="545D51"/>
                </a:solidFill>
                <a:latin typeface="Arial"/>
                <a:ea typeface="Arial"/>
                <a:cs typeface="Arial"/>
              </a:rPr>
              <a:t>Scegliamo formula e presenza del marchio.</a:t>
            </a:r>
          </a:p>
        </p:txBody>
      </p:sp>
      <p:sp>
        <p:nvSpPr>
          <p:cNvPr id="9" name="">
            <a:extLst xmlns:a="http://schemas.openxmlformats.org/drawingml/2006/main">
              <a:ext uri="{FF2B5EF4-FFF2-40B4-BE49-F238E27FC236}">
                <a16:creationId xmlns:a16="http://schemas.microsoft.com/office/drawing/2014/main" id="{B9539E71-83E6-427D-90FE-3DABF5AE2DB8}"/>
              </a:ext>
            </a:extLst>
          </p:cNvPr>
          <p:cNvSpPr>
            <a:spLocks xmlns:a="http://schemas.openxmlformats.org/drawingml/2006/main" noGrp="1"/>
          </p:cNvSpPr>
          <p:nvPr/>
        </p:nvSpPr>
        <p:spPr>
          <a:xfrm xmlns:a="http://schemas.openxmlformats.org/drawingml/2006/main">
            <a:off x="4105275" y="3581400"/>
            <a:ext cx="1047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91D13E"/>
                </a:solidFill>
                <a:latin typeface="Arial"/>
                <a:ea typeface="Arial"/>
                <a:cs typeface="Arial"/>
              </a:defRPr>
            </a:pPr>
            <a:r>
              <a:rPr sz="3675" b="1">
                <a:solidFill>
                  <a:srgbClr val="91D13E"/>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684C4E69-B895-4374-8A32-FBA8B76F49A2}"/>
              </a:ext>
            </a:extLst>
          </p:cNvPr>
          <p:cNvSpPr>
            <a:spLocks xmlns:a="http://schemas.openxmlformats.org/drawingml/2006/main" noGrp="1"/>
          </p:cNvSpPr>
          <p:nvPr/>
        </p:nvSpPr>
        <p:spPr>
          <a:xfrm xmlns:a="http://schemas.openxmlformats.org/drawingml/2006/main">
            <a:off x="5314950" y="3609975"/>
            <a:ext cx="58197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C110E"/>
                </a:solidFill>
                <a:latin typeface="Arial"/>
                <a:ea typeface="Arial"/>
                <a:cs typeface="Arial"/>
              </a:defRPr>
            </a:pPr>
            <a:r>
              <a:rPr sz="2475" b="1">
                <a:solidFill>
                  <a:srgbClr val="0C110E"/>
                </a:solidFill>
                <a:latin typeface="Arial"/>
                <a:ea typeface="Arial"/>
                <a:cs typeface="Arial"/>
              </a:rPr>
              <a:t>L’anteprima</a:t>
            </a:r>
          </a:p>
        </p:txBody>
      </p:sp>
      <p:sp>
        <p:nvSpPr>
          <p:cNvPr id="11" name="">
            <a:extLst xmlns:a="http://schemas.openxmlformats.org/drawingml/2006/main">
              <a:ext uri="{FF2B5EF4-FFF2-40B4-BE49-F238E27FC236}">
                <a16:creationId xmlns:a16="http://schemas.microsoft.com/office/drawing/2014/main" id="{E8C72580-4998-46B4-853B-EE506E5FD7F8}"/>
              </a:ext>
            </a:extLst>
          </p:cNvPr>
          <p:cNvSpPr>
            <a:spLocks xmlns:a="http://schemas.openxmlformats.org/drawingml/2006/main" noGrp="1"/>
          </p:cNvSpPr>
          <p:nvPr/>
        </p:nvSpPr>
        <p:spPr>
          <a:xfrm xmlns:a="http://schemas.openxmlformats.org/drawingml/2006/main">
            <a:off x="5353050" y="4143375"/>
            <a:ext cx="609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45D51"/>
                </a:solidFill>
                <a:latin typeface="Arial"/>
                <a:ea typeface="Arial"/>
                <a:cs typeface="Arial"/>
              </a:defRPr>
            </a:pPr>
            <a:r>
              <a:rPr sz="1950" b="0">
                <a:solidFill>
                  <a:srgbClr val="545D51"/>
                </a:solidFill>
                <a:latin typeface="Arial"/>
                <a:ea typeface="Arial"/>
                <a:cs typeface="Arial"/>
              </a:rPr>
              <a:t>Valutiamo insieme pagina, schede e monitor.</a:t>
            </a:r>
          </a:p>
        </p:txBody>
      </p:sp>
      <p:sp>
        <p:nvSpPr>
          <p:cNvPr id="12" name="">
            <a:extLst xmlns:a="http://schemas.openxmlformats.org/drawingml/2006/main">
              <a:ext uri="{FF2B5EF4-FFF2-40B4-BE49-F238E27FC236}">
                <a16:creationId xmlns:a16="http://schemas.microsoft.com/office/drawing/2014/main" id="{4BD115EB-EAA2-447B-B522-9238F2003DB3}"/>
              </a:ext>
            </a:extLst>
          </p:cNvPr>
          <p:cNvSpPr>
            <a:spLocks xmlns:a="http://schemas.openxmlformats.org/drawingml/2006/main" noGrp="1"/>
          </p:cNvSpPr>
          <p:nvPr/>
        </p:nvSpPr>
        <p:spPr>
          <a:xfrm xmlns:a="http://schemas.openxmlformats.org/drawingml/2006/main">
            <a:off x="4105275" y="5057775"/>
            <a:ext cx="1047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91D13E"/>
                </a:solidFill>
                <a:latin typeface="Arial"/>
                <a:ea typeface="Arial"/>
                <a:cs typeface="Arial"/>
              </a:defRPr>
            </a:pPr>
            <a:r>
              <a:rPr sz="3675" b="1">
                <a:solidFill>
                  <a:srgbClr val="91D13E"/>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7C1663FD-F76F-43A0-8E41-16C6F1AF5779}"/>
              </a:ext>
            </a:extLst>
          </p:cNvPr>
          <p:cNvSpPr>
            <a:spLocks xmlns:a="http://schemas.openxmlformats.org/drawingml/2006/main" noGrp="1"/>
          </p:cNvSpPr>
          <p:nvPr/>
        </p:nvSpPr>
        <p:spPr>
          <a:xfrm xmlns:a="http://schemas.openxmlformats.org/drawingml/2006/main">
            <a:off x="5314950" y="5086350"/>
            <a:ext cx="58197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C110E"/>
                </a:solidFill>
                <a:latin typeface="Arial"/>
                <a:ea typeface="Arial"/>
                <a:cs typeface="Arial"/>
              </a:defRPr>
            </a:pPr>
            <a:r>
              <a:rPr sz="2475" b="1">
                <a:solidFill>
                  <a:srgbClr val="0C110E"/>
                </a:solidFill>
                <a:latin typeface="Arial"/>
                <a:ea typeface="Arial"/>
                <a:cs typeface="Arial"/>
              </a:rPr>
              <a:t>La partenza</a:t>
            </a:r>
          </a:p>
        </p:txBody>
      </p:sp>
      <p:sp>
        <p:nvSpPr>
          <p:cNvPr id="14" name="">
            <a:extLst xmlns:a="http://schemas.openxmlformats.org/drawingml/2006/main">
              <a:ext uri="{FF2B5EF4-FFF2-40B4-BE49-F238E27FC236}">
                <a16:creationId xmlns:a16="http://schemas.microsoft.com/office/drawing/2014/main" id="{4B2EF721-159E-4863-BF6A-A7130171399F}"/>
              </a:ext>
            </a:extLst>
          </p:cNvPr>
          <p:cNvSpPr>
            <a:spLocks xmlns:a="http://schemas.openxmlformats.org/drawingml/2006/main" noGrp="1"/>
          </p:cNvSpPr>
          <p:nvPr/>
        </p:nvSpPr>
        <p:spPr>
          <a:xfrm xmlns:a="http://schemas.openxmlformats.org/drawingml/2006/main">
            <a:off x="5353050" y="5619750"/>
            <a:ext cx="609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45D51"/>
                </a:solidFill>
                <a:latin typeface="Arial"/>
                <a:ea typeface="Arial"/>
                <a:cs typeface="Arial"/>
              </a:defRPr>
            </a:pPr>
            <a:r>
              <a:rPr sz="1950" b="0">
                <a:solidFill>
                  <a:srgbClr val="545D51"/>
                </a:solidFill>
                <a:latin typeface="Arial"/>
                <a:ea typeface="Arial"/>
                <a:cs typeface="Arial"/>
              </a:rPr>
              <a:t>Definiamo calendario e modalità di verifica.</a:t>
            </a:r>
          </a:p>
        </p:txBody>
      </p:sp>
    </p:spTree>
    <p:extLst>
      <p:ext uri="{BB962C8B-B14F-4D97-AF65-F5344CB8AC3E}">
        <p14:creationId xmlns:p14="http://schemas.microsoft.com/office/powerpoint/2010/main" val="417427637"/>
      </p:ext>
    </p:extLst>
  </p:cSld>
</p:sld>
</file>

<file path=ppt/slides/slide9.xml><?xml version="1.0" encoding="utf-8"?>
<p:sld xmlns:p="http://schemas.openxmlformats.org/presentationml/2006/main">
  <p:cSld>
    <p:bg>
      <p:bgPr>
        <a:solidFill xmlns:a="http://schemas.openxmlformats.org/drawingml/2006/main">
          <a:srgbClr val="0C110E"/>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7a7cb22cd0044e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4b1e38461af4bc6"/>
          <a:stretch xmlns:a="http://schemas.openxmlformats.org/drawingml/2006/main"/>
        </p:blipFill>
        <p:spPr>
          <a:xfrm xmlns:a="http://schemas.openxmlformats.org/drawingml/2006/main">
            <a:off x="571696" y="457200"/>
            <a:ext cx="2428484" cy="838200"/>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79677459fda40a6"/>
          <a:stretch xmlns:a="http://schemas.openxmlformats.org/drawingml/2006/main"/>
        </p:blipFill>
        <p:spPr>
          <a:xfrm xmlns:a="http://schemas.openxmlformats.org/drawingml/2006/main">
            <a:off x="8439150" y="495300"/>
            <a:ext cx="742950" cy="742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D060C23-D77F-4272-A5C1-61FFCA481533}"/>
              </a:ext>
            </a:extLst>
          </p:cNvPr>
          <p:cNvSpPr>
            <a:spLocks xmlns:a="http://schemas.openxmlformats.org/drawingml/2006/main" noGrp="1"/>
          </p:cNvSpPr>
          <p:nvPr/>
        </p:nvSpPr>
        <p:spPr>
          <a:xfrm xmlns:a="http://schemas.openxmlformats.org/drawingml/2006/main">
            <a:off x="9239250" y="657225"/>
            <a:ext cx="276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Petanque13</a:t>
            </a:r>
          </a:p>
        </p:txBody>
      </p:sp>
      <p:sp>
        <p:nvSpPr>
          <p:cNvPr id="5" name="">
            <a:extLst xmlns:a="http://schemas.openxmlformats.org/drawingml/2006/main">
              <a:ext uri="{FF2B5EF4-FFF2-40B4-BE49-F238E27FC236}">
                <a16:creationId xmlns:a16="http://schemas.microsoft.com/office/drawing/2014/main" id="{534B9CE7-A93E-49DF-A18D-9199BB4FD3CF}"/>
              </a:ext>
            </a:extLst>
          </p:cNvPr>
          <p:cNvSpPr>
            <a:spLocks xmlns:a="http://schemas.openxmlformats.org/drawingml/2006/main" noGrp="1"/>
          </p:cNvSpPr>
          <p:nvPr/>
        </p:nvSpPr>
        <p:spPr>
          <a:xfrm xmlns:a="http://schemas.openxmlformats.org/drawingml/2006/main">
            <a:off x="561975" y="2371725"/>
            <a:ext cx="80295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91D13E"/>
                </a:solidFill>
                <a:latin typeface="Arial"/>
                <a:ea typeface="Arial"/>
                <a:cs typeface="Arial"/>
              </a:defRPr>
            </a:pPr>
            <a:r>
              <a:rPr sz="5625" b="1">
                <a:solidFill>
                  <a:srgbClr val="91D13E"/>
                </a:solidFill>
                <a:latin typeface="Arial"/>
                <a:ea typeface="Arial"/>
                <a:cs typeface="Arial"/>
              </a:rPr>
              <a:t>Il prossimo turno,</a:t>
            </a:r>
          </a:p>
          <a:p xmlns:a="http://schemas.openxmlformats.org/drawingml/2006/main">
            <a:pPr>
              <a:defRPr sz="5625" b="1">
                <a:solidFill>
                  <a:srgbClr val="91D13E"/>
                </a:solidFill>
                <a:latin typeface="Arial"/>
                <a:ea typeface="Arial"/>
                <a:cs typeface="Arial"/>
              </a:defRPr>
            </a:pPr>
            <a:r>
              <a:rPr sz="5625" b="1">
                <a:solidFill>
                  <a:srgbClr val="91D13E"/>
                </a:solidFill>
                <a:latin typeface="Arial"/>
                <a:ea typeface="Arial"/>
                <a:cs typeface="Arial"/>
              </a:rPr>
              <a:t>insieme?</a:t>
            </a:r>
          </a:p>
        </p:txBody>
      </p:sp>
      <p:sp>
        <p:nvSpPr>
          <p:cNvPr id="6" name="">
            <a:extLst xmlns:a="http://schemas.openxmlformats.org/drawingml/2006/main">
              <a:ext uri="{FF2B5EF4-FFF2-40B4-BE49-F238E27FC236}">
                <a16:creationId xmlns:a16="http://schemas.microsoft.com/office/drawing/2014/main" id="{3529FCF4-1309-4DC6-874C-E07A9D3FC625}"/>
              </a:ext>
            </a:extLst>
          </p:cNvPr>
          <p:cNvSpPr>
            <a:spLocks xmlns:a="http://schemas.openxmlformats.org/drawingml/2006/main" noGrp="1"/>
          </p:cNvSpPr>
          <p:nvPr/>
        </p:nvSpPr>
        <p:spPr>
          <a:xfrm xmlns:a="http://schemas.openxmlformats.org/drawingml/2006/main">
            <a:off x="590550" y="4429125"/>
            <a:ext cx="75914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FFFFF"/>
                </a:solidFill>
                <a:latin typeface="Arial"/>
                <a:ea typeface="Arial"/>
                <a:cs typeface="Arial"/>
              </a:defRPr>
            </a:pPr>
            <a:r>
              <a:rPr sz="2775" b="1">
                <a:solidFill>
                  <a:srgbClr val="FFFFFF"/>
                </a:solidFill>
                <a:latin typeface="Arial"/>
                <a:ea typeface="Arial"/>
                <a:cs typeface="Arial"/>
              </a:rPr>
              <a:t>Boulenciel e Petanque13</a:t>
            </a:r>
          </a:p>
        </p:txBody>
      </p:sp>
      <p:sp>
        <p:nvSpPr>
          <p:cNvPr id="7" name="">
            <a:extLst xmlns:a="http://schemas.openxmlformats.org/drawingml/2006/main">
              <a:ext uri="{FF2B5EF4-FFF2-40B4-BE49-F238E27FC236}">
                <a16:creationId xmlns:a16="http://schemas.microsoft.com/office/drawing/2014/main" id="{995DB29A-2797-4F2D-857C-A12152DB3C5E}"/>
              </a:ext>
            </a:extLst>
          </p:cNvPr>
          <p:cNvSpPr>
            <a:spLocks xmlns:a="http://schemas.openxmlformats.org/drawingml/2006/main" noGrp="1"/>
          </p:cNvSpPr>
          <p:nvPr/>
        </p:nvSpPr>
        <p:spPr>
          <a:xfrm xmlns:a="http://schemas.openxmlformats.org/drawingml/2006/main">
            <a:off x="609600" y="5410200"/>
            <a:ext cx="745807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Frederic Keulemans</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info@petanque13.be</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petanque13.be</a:t>
            </a:r>
          </a:p>
        </p:txBody>
      </p:sp>
    </p:spTree>
    <p:extLst>
      <p:ext uri="{BB962C8B-B14F-4D97-AF65-F5344CB8AC3E}">
        <p14:creationId xmlns:p14="http://schemas.microsoft.com/office/powerpoint/2010/main" val="12588896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2026-10-08T15:10:42.4190000Z</dcterms:created>
  <dcterms:modified xsi:type="dcterms:W3CDTF">2026-10-08T15:10:42.4190000Z</dcterms:modified>
</coreProperties>
</file>