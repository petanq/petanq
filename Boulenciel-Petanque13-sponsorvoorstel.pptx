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44f2deb48b4fc0" /><Relationship Type="http://schemas.openxmlformats.org/officeDocument/2006/relationships/extended-properties" Target="/docProps/app.xml" Id="R7efa17e48efb469d" /><Relationship Type="http://schemas.openxmlformats.org/officeDocument/2006/relationships/officeDocument" Target="/ppt/presentation.xml" Id="Rb7cbf398421248e2" /></Relationships>
</file>

<file path=ppt/presentation.xml><?xml version="1.0" encoding="utf-8"?>
<p:presentation xmlns:p="http://schemas.openxmlformats.org/presentationml/2006/main">
  <p:sldMasterIdLst>
    <p:sldMasterId xmlns:r="http://schemas.openxmlformats.org/officeDocument/2006/relationships" id="2147483648" r:id="Rb3057227e6074419"/>
  </p:sldMasterIdLst>
  <p:notesMasterIdLst>
    <p:notesMasterId xmlns:r="http://schemas.openxmlformats.org/officeDocument/2006/relationships" r:id="R7e714b662a024b96"/>
  </p:notesMasterIdLst>
  <p:sldIdLst>
    <p:sldId xmlns:r="http://schemas.openxmlformats.org/officeDocument/2006/relationships" id="256" r:id="Rdea5f468270b4b66"/>
    <p:sldId xmlns:r="http://schemas.openxmlformats.org/officeDocument/2006/relationships" id="257" r:id="R2a12652c670c4ad0"/>
    <p:sldId xmlns:r="http://schemas.openxmlformats.org/officeDocument/2006/relationships" id="258" r:id="Rdb461237f3c84b32"/>
    <p:sldId xmlns:r="http://schemas.openxmlformats.org/officeDocument/2006/relationships" id="259" r:id="Re914602fd1bd4129"/>
    <p:sldId xmlns:r="http://schemas.openxmlformats.org/officeDocument/2006/relationships" id="260" r:id="Rd132adcb7f4b48c2"/>
    <p:sldId xmlns:r="http://schemas.openxmlformats.org/officeDocument/2006/relationships" id="261" r:id="R69883388ee634a03"/>
    <p:sldId xmlns:r="http://schemas.openxmlformats.org/officeDocument/2006/relationships" id="262" r:id="Re55cac0e6d85495e"/>
    <p:sldId xmlns:r="http://schemas.openxmlformats.org/officeDocument/2006/relationships" id="263" r:id="R57a1367cb30544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337c4cef0a4200" /><Relationship Type="http://schemas.openxmlformats.org/officeDocument/2006/relationships/slideMaster" Target="/ppt/slideMasters/slideMaster1.xml" Id="Rb3057227e6074419" /><Relationship Type="http://schemas.openxmlformats.org/officeDocument/2006/relationships/notesMaster" Target="/ppt/notesMasters/notesMaster1.xml" Id="R7e714b662a024b96" /><Relationship Type="http://schemas.openxmlformats.org/officeDocument/2006/relationships/presProps" Target="/ppt/presProps.xml" Id="R8c59602b547a4e60" /><Relationship Type="http://schemas.openxmlformats.org/officeDocument/2006/relationships/tableStyles" Target="/ppt/tableStyles.xml" Id="R38580e125a8b4332" /><Relationship Type="http://schemas.openxmlformats.org/officeDocument/2006/relationships/slide" Target="/ppt/slides/slide1.xml" Id="Rdea5f468270b4b66" /><Relationship Type="http://schemas.openxmlformats.org/officeDocument/2006/relationships/slide" Target="/ppt/slides/slide2.xml" Id="R2a12652c670c4ad0" /><Relationship Type="http://schemas.openxmlformats.org/officeDocument/2006/relationships/slide" Target="/ppt/slides/slide3.xml" Id="Rdb461237f3c84b32" /><Relationship Type="http://schemas.openxmlformats.org/officeDocument/2006/relationships/slide" Target="/ppt/slides/slide4.xml" Id="Re914602fd1bd4129" /><Relationship Type="http://schemas.openxmlformats.org/officeDocument/2006/relationships/slide" Target="/ppt/slides/slide5.xml" Id="Rd132adcb7f4b48c2" /><Relationship Type="http://schemas.openxmlformats.org/officeDocument/2006/relationships/slide" Target="/ppt/slides/slide6.xml" Id="R69883388ee634a03" /><Relationship Type="http://schemas.openxmlformats.org/officeDocument/2006/relationships/slide" Target="/ppt/slides/slide7.xml" Id="Re55cac0e6d85495e" /><Relationship Type="http://schemas.openxmlformats.org/officeDocument/2006/relationships/slide" Target="/ppt/slides/slide8.xml" Id="R57a1367cb30544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dbc7a528134d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ed29baf10040ba" /><Relationship Type="http://schemas.openxmlformats.org/officeDocument/2006/relationships/notesMaster" Target="/ppt/notesMasters/notesMaster1.xml" Id="Rfbf82c278f574a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7c35ae015d41cf" /><Relationship Type="http://schemas.openxmlformats.org/officeDocument/2006/relationships/notesMaster" Target="/ppt/notesMasters/notesMaster1.xml" Id="R53ce87672d0e46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f188f483ee4028" /><Relationship Type="http://schemas.openxmlformats.org/officeDocument/2006/relationships/notesMaster" Target="/ppt/notesMasters/notesMaster1.xml" Id="R08ffa10d1fd045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651260ca4c4605" /><Relationship Type="http://schemas.openxmlformats.org/officeDocument/2006/relationships/notesMaster" Target="/ppt/notesMasters/notesMaster1.xml" Id="Rdd49ea4726fe47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781548d0b443ff" /><Relationship Type="http://schemas.openxmlformats.org/officeDocument/2006/relationships/notesMaster" Target="/ppt/notesMasters/notesMaster1.xml" Id="R70bd324454394a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3ffedbbf8849e7" /><Relationship Type="http://schemas.openxmlformats.org/officeDocument/2006/relationships/notesMaster" Target="/ppt/notesMasters/notesMaster1.xml" Id="Rfd08de48dca24e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3ed41892c148c6" /><Relationship Type="http://schemas.openxmlformats.org/officeDocument/2006/relationships/notesMaster" Target="/ppt/notesMasters/notesMaster1.xml" Id="R025cd21388ef4b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2c0cd5b3bb4a0d" /><Relationship Type="http://schemas.openxmlformats.org/officeDocument/2006/relationships/notesMaster" Target="/ppt/notesMasters/notesMaster1.xml" Id="R8889c524bf2040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Logo: officiële Boulenciel-shop, https://shopboulenciel.com/it/, lokaal bewaard als public/images/boules/boulenciel-logo.jpg. Dit is een voorstel, geen bestaande samenwerking.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Screenshot van http://localhost:3000/boules, vastgelegd op 8 oktober 2026. Lokale conceptpagina, niet gepubliceerd. De partnervermelding in de screenshot is onderdeel van het voorstel. Productcollectie en NL/FR-functie gecontroleerd in het lokale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Pagina 2–3: wedstrijdkaart bestaat reeds. Het sponsorlogovak bestaat nog niet en wordt gebouwd zodra de eerste Match13-hoofdpartner instapt. Afbeelding is een uitsnede van pagina 3, met de originele aanduiding van de voorgestelde ruimte. Bereik hangt af van het gebruik van Match13.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Pagina 3 en 5: voorgesteld sponsorlogovak op het Zaalscherm, nog te bouwen bij instap van de Match13-hoofdpartner. Geen gegarandeerd aantal schermen, tornooien of kijkers.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Pagina 4–5. Hoofdsponsor omvat eveneens het gebruiksrecht op tornooifoto/video voor eigen marketing. Zilver omvat Brons, logo homepage, nieuwsbrief bij lancering en halverwege het jaar, tags in tien Facebook-sfeervideo’s. Brons omvat partnerpagina met link en vijf Facebookvermeldingen. Match13-hoofdpartner omvat al deze onderdelen. Het dossier vermeldt geen btw-status van de tarieven. Beschikbaarheid van de sponsorplaatsen vooraf bevestigen.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De preview vóór ondertekening wordt in het dossier aangeboden. De periodieke rapportage is een voorstel voor deze samenwerking en geen reeds bestaand pakketonderdeel. Spreek definities, frequentie en beschikbare metingen vooraf af. Geen verkoopresultaten gegarandeerd.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door Frederic aangeleverd Petanque13-sponsordossier.pdf, seizoen 2026-2027, C:/Users/Frederic/Desktop/Petanque13 Sponsoring/Petanque13-sponsordossier.pdf. Cijfers en tarieven overgenomen uit dit dossier, niet onafhankelijk geverifieerd.</a:t>
            </a:r>
          </a:p>
          <a:p xmlns:a="http://schemas.openxmlformats.org/drawingml/2006/main">
            <a:r>
              <a:t>Doel van het gesprek: keuze voor een pakket, akkoord over de preview en concrete afspraken voor uitvoering. Sponsoring ondersteunt volgens het dossier de doorontwikkeling van Petanque13 en Match13, zodat het platform gratis kan blijven voor clubs.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872b32801f44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da7104bcdd464d" /><Relationship Type="http://schemas.openxmlformats.org/officeDocument/2006/relationships/slideLayout" Target="/ppt/slideLayouts/slideLayout1.xml" Id="R4ccc18e408944c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cc18e408944c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e6f7760af14379" /><Relationship Type="http://schemas.openxmlformats.org/officeDocument/2006/relationships/image" Target="/ppt/media/image.png" Id="R3367ed03d511460f" /><Relationship Type="http://schemas.openxmlformats.org/officeDocument/2006/relationships/notesSlide" Target="/ppt/notesSlides/notesSlide1.xml" Id="R9e91821404af47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da3a0a9ee94e29" /><Relationship Type="http://schemas.openxmlformats.org/officeDocument/2006/relationships/notesSlide" Target="/ppt/notesSlides/notesSlide2.xml" Id="R311206e640f34a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a505535ea6476c" /><Relationship Type="http://schemas.openxmlformats.org/officeDocument/2006/relationships/image" Target="/ppt/media/image.jpeg" Id="R5aafe9be3a1c46fb" /><Relationship Type="http://schemas.openxmlformats.org/officeDocument/2006/relationships/notesSlide" Target="/ppt/notesSlides/notesSlide3.xml" Id="R4547dcfd508149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dc20ca572d438f" /><Relationship Type="http://schemas.openxmlformats.org/officeDocument/2006/relationships/image" Target="/ppt/media/image2.png" Id="Rcfce215320974211" /><Relationship Type="http://schemas.openxmlformats.org/officeDocument/2006/relationships/notesSlide" Target="/ppt/notesSlides/notesSlide4.xml" Id="R9ac3b681df0544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38e0fdd3de436d" /><Relationship Type="http://schemas.openxmlformats.org/officeDocument/2006/relationships/image" Target="/ppt/media/image3.png" Id="R1494ef5baccb4847" /><Relationship Type="http://schemas.openxmlformats.org/officeDocument/2006/relationships/notesSlide" Target="/ppt/notesSlides/notesSlide5.xml" Id="R2f84dcbe31a749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89ece33447443b" /><Relationship Type="http://schemas.openxmlformats.org/officeDocument/2006/relationships/notesSlide" Target="/ppt/notesSlides/notesSlide6.xml" Id="R9f36f952135340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c31c3fb0224c32" /><Relationship Type="http://schemas.openxmlformats.org/officeDocument/2006/relationships/notesSlide" Target="/ppt/notesSlides/notesSlide7.xml" Id="Re7bbc2ea71364c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1f949d2ee14db8" /><Relationship Type="http://schemas.openxmlformats.org/officeDocument/2006/relationships/notesSlide" Target="/ppt/notesSlides/notesSlide8.xml" Id="Rfa65980b90a64830" /></Relationships>
</file>

<file path=ppt/slides/slide1.xml><?xml version="1.0" encoding="utf-8"?>
<p:sld xmlns:p="http://schemas.openxmlformats.org/presentationml/2006/main">
  <p:cSld>
    <p:bg>
      <p:bgPr>
        <a:solidFill xmlns:a="http://schemas.openxmlformats.org/drawingml/2006/main">
          <a:srgbClr val="1116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DDE589-782F-4E30-ABC7-F7BE4DD75100}"/>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8A391"/>
                </a:solidFill>
                <a:latin typeface="Arial"/>
                <a:ea typeface="Arial"/>
                <a:cs typeface="Arial"/>
              </a:defRPr>
            </a:pPr>
            <a:r>
              <a:rPr sz="1200" b="0">
                <a:solidFill>
                  <a:srgbClr val="98A391"/>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367ed03d511460f"/>
          <a:stretch xmlns:a="http://schemas.openxmlformats.org/drawingml/2006/main"/>
        </p:blipFill>
        <p:spPr>
          <a:xfrm xmlns:a="http://schemas.openxmlformats.org/drawingml/2006/main">
            <a:off x="610905" y="533400"/>
            <a:ext cx="2759640" cy="95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A3D0CB-E38B-439E-8627-F6A270D9D41D}"/>
              </a:ext>
            </a:extLst>
          </p:cNvPr>
          <p:cNvSpPr>
            <a:spLocks xmlns:a="http://schemas.openxmlformats.org/drawingml/2006/main" noGrp="1"/>
          </p:cNvSpPr>
          <p:nvPr/>
        </p:nvSpPr>
        <p:spPr>
          <a:xfrm xmlns:a="http://schemas.openxmlformats.org/drawingml/2006/main">
            <a:off x="609600" y="2247900"/>
            <a:ext cx="107632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91D13E"/>
                </a:solidFill>
                <a:latin typeface="Arial"/>
                <a:ea typeface="Arial"/>
                <a:cs typeface="Arial"/>
              </a:defRPr>
            </a:pPr>
            <a:r>
              <a:rPr sz="4800" b="1">
                <a:solidFill>
                  <a:srgbClr val="91D13E"/>
                </a:solidFill>
                <a:latin typeface="Arial"/>
                <a:ea typeface="Arial"/>
                <a:cs typeface="Arial"/>
              </a:rPr>
              <a:t>Boulenciel, dichter bij</a:t>
            </a:r>
          </a:p>
          <a:p xmlns:a="http://schemas.openxmlformats.org/drawingml/2006/main">
            <a:pPr>
              <a:defRPr sz="4800" b="1">
                <a:solidFill>
                  <a:srgbClr val="91D13E"/>
                </a:solidFill>
                <a:latin typeface="Arial"/>
                <a:ea typeface="Arial"/>
                <a:cs typeface="Arial"/>
              </a:defRPr>
            </a:pPr>
            <a:r>
              <a:rPr sz="4800" b="1">
                <a:solidFill>
                  <a:srgbClr val="91D13E"/>
                </a:solidFill>
                <a:latin typeface="Arial"/>
                <a:ea typeface="Arial"/>
                <a:cs typeface="Arial"/>
              </a:rPr>
              <a:t>de Belgische speler.</a:t>
            </a:r>
          </a:p>
        </p:txBody>
      </p:sp>
      <p:sp>
        <p:nvSpPr>
          <p:cNvPr id="4" name="">
            <a:extLst xmlns:a="http://schemas.openxmlformats.org/drawingml/2006/main">
              <a:ext uri="{FF2B5EF4-FFF2-40B4-BE49-F238E27FC236}">
                <a16:creationId xmlns:a16="http://schemas.microsoft.com/office/drawing/2014/main" id="{EAC601D6-32E4-4D93-977D-680D112435CB}"/>
              </a:ext>
            </a:extLst>
          </p:cNvPr>
          <p:cNvSpPr>
            <a:spLocks xmlns:a="http://schemas.openxmlformats.org/drawingml/2006/main" noGrp="1"/>
          </p:cNvSpPr>
          <p:nvPr/>
        </p:nvSpPr>
        <p:spPr>
          <a:xfrm xmlns:a="http://schemas.openxmlformats.org/drawingml/2006/main">
            <a:off x="647700" y="424815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Een partnerschap met Petanque13</a:t>
            </a:r>
          </a:p>
        </p:txBody>
      </p:sp>
      <p:sp>
        <p:nvSpPr>
          <p:cNvPr id="5" name="">
            <a:extLst xmlns:a="http://schemas.openxmlformats.org/drawingml/2006/main">
              <a:ext uri="{FF2B5EF4-FFF2-40B4-BE49-F238E27FC236}">
                <a16:creationId xmlns:a16="http://schemas.microsoft.com/office/drawing/2014/main" id="{9BF3FEE5-246D-4746-8A6D-ACDE2F2EABBC}"/>
              </a:ext>
            </a:extLst>
          </p:cNvPr>
          <p:cNvSpPr>
            <a:spLocks xmlns:a="http://schemas.openxmlformats.org/drawingml/2006/main" noGrp="1"/>
          </p:cNvSpPr>
          <p:nvPr/>
        </p:nvSpPr>
        <p:spPr>
          <a:xfrm xmlns:a="http://schemas.openxmlformats.org/drawingml/2006/main">
            <a:off x="647700" y="5219700"/>
            <a:ext cx="10896600"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0117033-A5AB-4E79-BB7C-9BDCDDB7D2CE}"/>
              </a:ext>
            </a:extLst>
          </p:cNvPr>
          <p:cNvSpPr>
            <a:spLocks xmlns:a="http://schemas.openxmlformats.org/drawingml/2006/main" noGrp="1"/>
          </p:cNvSpPr>
          <p:nvPr/>
        </p:nvSpPr>
        <p:spPr>
          <a:xfrm xmlns:a="http://schemas.openxmlformats.org/drawingml/2006/main">
            <a:off x="647700" y="55530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AD2C5"/>
                </a:solidFill>
                <a:latin typeface="Arial"/>
                <a:ea typeface="Arial"/>
                <a:cs typeface="Arial"/>
              </a:defRPr>
            </a:pPr>
            <a:r>
              <a:rPr sz="1725" b="0">
                <a:solidFill>
                  <a:srgbClr val="CAD2C5"/>
                </a:solidFill>
                <a:latin typeface="Arial"/>
                <a:ea typeface="Arial"/>
                <a:cs typeface="Arial"/>
              </a:rPr>
              <a:t>Voorstel voor seizoen 2026–2027</a:t>
            </a:r>
          </a:p>
        </p:txBody>
      </p:sp>
    </p:spTree>
    <p:extLst>
      <p:ext uri="{BB962C8B-B14F-4D97-AF65-F5344CB8AC3E}">
        <p14:creationId xmlns:p14="http://schemas.microsoft.com/office/powerpoint/2010/main" val="21161414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12EAF4-6846-4196-959C-B97878051673}"/>
              </a:ext>
            </a:extLst>
          </p:cNvPr>
          <p:cNvSpPr>
            <a:spLocks xmlns:a="http://schemas.openxmlformats.org/drawingml/2006/main" noGrp="1"/>
          </p:cNvSpPr>
          <p:nvPr/>
        </p:nvSpPr>
        <p:spPr>
          <a:xfrm xmlns:a="http://schemas.openxmlformats.org/drawingml/2006/main">
            <a:off x="609600" y="4381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51E"/>
                </a:solidFill>
                <a:latin typeface="Arial"/>
                <a:ea typeface="Arial"/>
                <a:cs typeface="Arial"/>
              </a:defRPr>
            </a:pPr>
            <a:r>
              <a:rPr sz="3225" b="1">
                <a:solidFill>
                  <a:srgbClr val="20251E"/>
                </a:solidFill>
                <a:latin typeface="Arial"/>
                <a:ea typeface="Arial"/>
                <a:cs typeface="Arial"/>
              </a:rPr>
              <a:t>Een publiek dat al met petanque bezig is</a:t>
            </a:r>
          </a:p>
        </p:txBody>
      </p:sp>
      <p:sp>
        <p:nvSpPr>
          <p:cNvPr id="2" name="">
            <a:extLst xmlns:a="http://schemas.openxmlformats.org/drawingml/2006/main">
              <a:ext uri="{FF2B5EF4-FFF2-40B4-BE49-F238E27FC236}">
                <a16:creationId xmlns:a16="http://schemas.microsoft.com/office/drawing/2014/main" id="{E845EAED-7275-482C-A01E-3D6198EEC808}"/>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467"/>
                </a:solidFill>
                <a:latin typeface="Arial"/>
                <a:ea typeface="Arial"/>
                <a:cs typeface="Arial"/>
              </a:defRPr>
            </a:pPr>
            <a:r>
              <a:rPr sz="1200" b="0">
                <a:solidFill>
                  <a:srgbClr val="6C746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8641B26-5028-4E03-95EF-152C2099E8BB}"/>
              </a:ext>
            </a:extLst>
          </p:cNvPr>
          <p:cNvSpPr>
            <a:spLocks xmlns:a="http://schemas.openxmlformats.org/drawingml/2006/main" noGrp="1"/>
          </p:cNvSpPr>
          <p:nvPr/>
        </p:nvSpPr>
        <p:spPr>
          <a:xfrm xmlns:a="http://schemas.openxmlformats.org/drawingml/2006/main">
            <a:off x="609600" y="16954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51E"/>
                </a:solidFill>
                <a:latin typeface="Arial"/>
                <a:ea typeface="Arial"/>
                <a:cs typeface="Arial"/>
              </a:defRPr>
            </a:pPr>
            <a:r>
              <a:rPr sz="2325" b="0">
                <a:solidFill>
                  <a:srgbClr val="20251E"/>
                </a:solidFill>
                <a:latin typeface="Arial"/>
                <a:ea typeface="Arial"/>
                <a:cs typeface="Arial"/>
              </a:rPr>
              <a:t>Petanque13 brengt spelers naar tornooien.</a:t>
            </a:r>
          </a:p>
          <a:p xmlns:a="http://schemas.openxmlformats.org/drawingml/2006/main">
            <a:pPr>
              <a:defRPr sz="2325" b="0">
                <a:solidFill>
                  <a:srgbClr val="20251E"/>
                </a:solidFill>
                <a:latin typeface="Arial"/>
                <a:ea typeface="Arial"/>
                <a:cs typeface="Arial"/>
              </a:defRPr>
            </a:pPr>
            <a:r>
              <a:rPr sz="2325" b="0">
                <a:solidFill>
                  <a:srgbClr val="20251E"/>
                </a:solidFill>
                <a:latin typeface="Arial"/>
                <a:ea typeface="Arial"/>
                <a:cs typeface="Arial"/>
              </a:rPr>
              <a:t>Match13 helpt clubs hun tornooidag organiseren.</a:t>
            </a:r>
          </a:p>
        </p:txBody>
      </p:sp>
      <p:sp>
        <p:nvSpPr>
          <p:cNvPr id="4" name="">
            <a:extLst xmlns:a="http://schemas.openxmlformats.org/drawingml/2006/main">
              <a:ext uri="{FF2B5EF4-FFF2-40B4-BE49-F238E27FC236}">
                <a16:creationId xmlns:a16="http://schemas.microsoft.com/office/drawing/2014/main" id="{75D4744B-6464-4816-9FD0-650FDAA6A43A}"/>
              </a:ext>
            </a:extLst>
          </p:cNvPr>
          <p:cNvSpPr>
            <a:spLocks xmlns:a="http://schemas.openxmlformats.org/drawingml/2006/main" noGrp="1"/>
          </p:cNvSpPr>
          <p:nvPr/>
        </p:nvSpPr>
        <p:spPr>
          <a:xfrm xmlns:a="http://schemas.openxmlformats.org/drawingml/2006/main">
            <a:off x="609600" y="3057525"/>
            <a:ext cx="3209925"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E040C8-C23A-4F5C-9550-CFBDDC281108}"/>
              </a:ext>
            </a:extLst>
          </p:cNvPr>
          <p:cNvSpPr>
            <a:spLocks xmlns:a="http://schemas.openxmlformats.org/drawingml/2006/main" noGrp="1"/>
          </p:cNvSpPr>
          <p:nvPr/>
        </p:nvSpPr>
        <p:spPr>
          <a:xfrm xmlns:a="http://schemas.openxmlformats.org/drawingml/2006/main">
            <a:off x="609600" y="33528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0251E"/>
                </a:solidFill>
                <a:latin typeface="Arial"/>
                <a:ea typeface="Arial"/>
                <a:cs typeface="Arial"/>
              </a:defRPr>
            </a:pPr>
            <a:r>
              <a:rPr sz="4800" b="1">
                <a:solidFill>
                  <a:srgbClr val="20251E"/>
                </a:solidFill>
                <a:latin typeface="Arial"/>
                <a:ea typeface="Arial"/>
                <a:cs typeface="Arial"/>
              </a:rPr>
              <a:t>475+</a:t>
            </a:r>
          </a:p>
        </p:txBody>
      </p:sp>
      <p:sp>
        <p:nvSpPr>
          <p:cNvPr id="6" name="">
            <a:extLst xmlns:a="http://schemas.openxmlformats.org/drawingml/2006/main">
              <a:ext uri="{FF2B5EF4-FFF2-40B4-BE49-F238E27FC236}">
                <a16:creationId xmlns:a16="http://schemas.microsoft.com/office/drawing/2014/main" id="{AC9F1B77-DF3E-4FCD-8B3A-E014902672C4}"/>
              </a:ext>
            </a:extLst>
          </p:cNvPr>
          <p:cNvSpPr>
            <a:spLocks xmlns:a="http://schemas.openxmlformats.org/drawingml/2006/main" noGrp="1"/>
          </p:cNvSpPr>
          <p:nvPr/>
        </p:nvSpPr>
        <p:spPr>
          <a:xfrm xmlns:a="http://schemas.openxmlformats.org/drawingml/2006/main">
            <a:off x="609600" y="4333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tornooien dit seizoen</a:t>
            </a:r>
          </a:p>
        </p:txBody>
      </p:sp>
      <p:sp>
        <p:nvSpPr>
          <p:cNvPr id="7" name="">
            <a:extLst xmlns:a="http://schemas.openxmlformats.org/drawingml/2006/main">
              <a:ext uri="{FF2B5EF4-FFF2-40B4-BE49-F238E27FC236}">
                <a16:creationId xmlns:a16="http://schemas.microsoft.com/office/drawing/2014/main" id="{E75B901C-58B5-4738-B49B-D93C08915285}"/>
              </a:ext>
            </a:extLst>
          </p:cNvPr>
          <p:cNvSpPr>
            <a:spLocks xmlns:a="http://schemas.openxmlformats.org/drawingml/2006/main" noGrp="1"/>
          </p:cNvSpPr>
          <p:nvPr/>
        </p:nvSpPr>
        <p:spPr>
          <a:xfrm xmlns:a="http://schemas.openxmlformats.org/drawingml/2006/main">
            <a:off x="4324350" y="3057525"/>
            <a:ext cx="3209925"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1DCB060-26D6-4F6B-AD6B-5D5072811F66}"/>
              </a:ext>
            </a:extLst>
          </p:cNvPr>
          <p:cNvSpPr>
            <a:spLocks xmlns:a="http://schemas.openxmlformats.org/drawingml/2006/main" noGrp="1"/>
          </p:cNvSpPr>
          <p:nvPr/>
        </p:nvSpPr>
        <p:spPr>
          <a:xfrm xmlns:a="http://schemas.openxmlformats.org/drawingml/2006/main">
            <a:off x="4324350" y="33528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0251E"/>
                </a:solidFill>
                <a:latin typeface="Arial"/>
                <a:ea typeface="Arial"/>
                <a:cs typeface="Arial"/>
              </a:defRPr>
            </a:pPr>
            <a:r>
              <a:rPr sz="4800" b="1">
                <a:solidFill>
                  <a:srgbClr val="20251E"/>
                </a:solidFill>
                <a:latin typeface="Arial"/>
                <a:ea typeface="Arial"/>
                <a:cs typeface="Arial"/>
              </a:rPr>
              <a:t>208+</a:t>
            </a:r>
          </a:p>
        </p:txBody>
      </p:sp>
      <p:sp>
        <p:nvSpPr>
          <p:cNvPr id="9" name="">
            <a:extLst xmlns:a="http://schemas.openxmlformats.org/drawingml/2006/main">
              <a:ext uri="{FF2B5EF4-FFF2-40B4-BE49-F238E27FC236}">
                <a16:creationId xmlns:a16="http://schemas.microsoft.com/office/drawing/2014/main" id="{562FE469-ACDB-4FF3-AA42-4D5223E53C87}"/>
              </a:ext>
            </a:extLst>
          </p:cNvPr>
          <p:cNvSpPr>
            <a:spLocks xmlns:a="http://schemas.openxmlformats.org/drawingml/2006/main" noGrp="1"/>
          </p:cNvSpPr>
          <p:nvPr/>
        </p:nvSpPr>
        <p:spPr>
          <a:xfrm xmlns:a="http://schemas.openxmlformats.org/drawingml/2006/main">
            <a:off x="4324350" y="4333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actieve clubs</a:t>
            </a:r>
          </a:p>
        </p:txBody>
      </p:sp>
      <p:sp>
        <p:nvSpPr>
          <p:cNvPr id="10" name="">
            <a:extLst xmlns:a="http://schemas.openxmlformats.org/drawingml/2006/main">
              <a:ext uri="{FF2B5EF4-FFF2-40B4-BE49-F238E27FC236}">
                <a16:creationId xmlns:a16="http://schemas.microsoft.com/office/drawing/2014/main" id="{6181D795-66F6-47DE-9E84-30BC558B49BC}"/>
              </a:ext>
            </a:extLst>
          </p:cNvPr>
          <p:cNvSpPr>
            <a:spLocks xmlns:a="http://schemas.openxmlformats.org/drawingml/2006/main" noGrp="1"/>
          </p:cNvSpPr>
          <p:nvPr/>
        </p:nvSpPr>
        <p:spPr>
          <a:xfrm xmlns:a="http://schemas.openxmlformats.org/drawingml/2006/main">
            <a:off x="8039100" y="3057525"/>
            <a:ext cx="3209925"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81BB7A-4A40-427B-A14F-3BEB57D33797}"/>
              </a:ext>
            </a:extLst>
          </p:cNvPr>
          <p:cNvSpPr>
            <a:spLocks xmlns:a="http://schemas.openxmlformats.org/drawingml/2006/main" noGrp="1"/>
          </p:cNvSpPr>
          <p:nvPr/>
        </p:nvSpPr>
        <p:spPr>
          <a:xfrm xmlns:a="http://schemas.openxmlformats.org/drawingml/2006/main">
            <a:off x="8039100" y="335280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0251E"/>
                </a:solidFill>
                <a:latin typeface="Arial"/>
                <a:ea typeface="Arial"/>
                <a:cs typeface="Arial"/>
              </a:defRPr>
            </a:pPr>
            <a:r>
              <a:rPr sz="4800" b="1">
                <a:solidFill>
                  <a:srgbClr val="20251E"/>
                </a:solidFill>
                <a:latin typeface="Arial"/>
                <a:ea typeface="Arial"/>
                <a:cs typeface="Arial"/>
              </a:rPr>
              <a:t>50.000+</a:t>
            </a:r>
          </a:p>
        </p:txBody>
      </p:sp>
      <p:sp>
        <p:nvSpPr>
          <p:cNvPr id="12" name="">
            <a:extLst xmlns:a="http://schemas.openxmlformats.org/drawingml/2006/main">
              <a:ext uri="{FF2B5EF4-FFF2-40B4-BE49-F238E27FC236}">
                <a16:creationId xmlns:a16="http://schemas.microsoft.com/office/drawing/2014/main" id="{EBB6FAB2-FD46-4A22-9FBB-304F1227F012}"/>
              </a:ext>
            </a:extLst>
          </p:cNvPr>
          <p:cNvSpPr>
            <a:spLocks xmlns:a="http://schemas.openxmlformats.org/drawingml/2006/main" noGrp="1"/>
          </p:cNvSpPr>
          <p:nvPr/>
        </p:nvSpPr>
        <p:spPr>
          <a:xfrm xmlns:a="http://schemas.openxmlformats.org/drawingml/2006/main">
            <a:off x="8039100" y="4333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bezoeken per jaar</a:t>
            </a:r>
          </a:p>
        </p:txBody>
      </p:sp>
      <p:sp>
        <p:nvSpPr>
          <p:cNvPr id="13" name="">
            <a:extLst xmlns:a="http://schemas.openxmlformats.org/drawingml/2006/main">
              <a:ext uri="{FF2B5EF4-FFF2-40B4-BE49-F238E27FC236}">
                <a16:creationId xmlns:a16="http://schemas.microsoft.com/office/drawing/2014/main" id="{373E8634-189E-4950-AB82-B27DC51F7E2F}"/>
              </a:ext>
            </a:extLst>
          </p:cNvPr>
          <p:cNvSpPr>
            <a:spLocks xmlns:a="http://schemas.openxmlformats.org/drawingml/2006/main" noGrp="1"/>
          </p:cNvSpPr>
          <p:nvPr/>
        </p:nvSpPr>
        <p:spPr>
          <a:xfrm xmlns:a="http://schemas.openxmlformats.org/drawingml/2006/main">
            <a:off x="609600" y="53530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51E"/>
                </a:solidFill>
                <a:latin typeface="Arial"/>
                <a:ea typeface="Arial"/>
                <a:cs typeface="Arial"/>
              </a:defRPr>
            </a:pPr>
            <a:r>
              <a:rPr sz="1875" b="0">
                <a:solidFill>
                  <a:srgbClr val="20251E"/>
                </a:solidFill>
                <a:latin typeface="Arial"/>
                <a:ea typeface="Arial"/>
                <a:cs typeface="Arial"/>
              </a:rPr>
              <a:t>Nederlandstalige en Franstalige spelers, clubs en organisatoren in België.</a:t>
            </a:r>
          </a:p>
        </p:txBody>
      </p:sp>
      <p:sp>
        <p:nvSpPr>
          <p:cNvPr id="14" name="">
            <a:extLst xmlns:a="http://schemas.openxmlformats.org/drawingml/2006/main">
              <a:ext uri="{FF2B5EF4-FFF2-40B4-BE49-F238E27FC236}">
                <a16:creationId xmlns:a16="http://schemas.microsoft.com/office/drawing/2014/main" id="{7AF2EB49-B01B-4BC5-B473-2F913D39368F}"/>
              </a:ext>
            </a:extLst>
          </p:cNvPr>
          <p:cNvSpPr>
            <a:spLocks xmlns:a="http://schemas.openxmlformats.org/drawingml/2006/main" noGrp="1"/>
          </p:cNvSpPr>
          <p:nvPr/>
        </p:nvSpPr>
        <p:spPr>
          <a:xfrm xmlns:a="http://schemas.openxmlformats.org/drawingml/2006/main">
            <a:off x="609600" y="60102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053"/>
                </a:solidFill>
                <a:latin typeface="Arial"/>
                <a:ea typeface="Arial"/>
                <a:cs typeface="Arial"/>
              </a:defRPr>
            </a:pPr>
            <a:r>
              <a:rPr sz="1200" b="0">
                <a:solidFill>
                  <a:srgbClr val="596053"/>
                </a:solidFill>
                <a:latin typeface="Arial"/>
                <a:ea typeface="Arial"/>
                <a:cs typeface="Arial"/>
              </a:rPr>
              <a:t>Cijfers uit het sponsordossier 2026–2027. Bezoeken zijn geen unieke bezoekers of gegarandeerde merkcontacten.</a:t>
            </a:r>
          </a:p>
        </p:txBody>
      </p:sp>
    </p:spTree>
    <p:extLst>
      <p:ext uri="{BB962C8B-B14F-4D97-AF65-F5344CB8AC3E}">
        <p14:creationId xmlns:p14="http://schemas.microsoft.com/office/powerpoint/2010/main" val="932176128"/>
      </p:ext>
    </p:extLst>
  </p:cSld>
</p:sld>
</file>

<file path=ppt/slides/slide3.xml><?xml version="1.0" encoding="utf-8"?>
<p:sld xmlns:p="http://schemas.openxmlformats.org/presentationml/2006/main">
  <p:cSld>
    <p:bg>
      <p:bgPr>
        <a:solidFill xmlns:a="http://schemas.openxmlformats.org/drawingml/2006/main">
          <a:srgbClr val="1116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A253B0-8B1B-4C47-BE69-B0BEBC382AAF}"/>
              </a:ext>
            </a:extLst>
          </p:cNvPr>
          <p:cNvSpPr>
            <a:spLocks xmlns:a="http://schemas.openxmlformats.org/drawingml/2006/main" noGrp="1"/>
          </p:cNvSpPr>
          <p:nvPr/>
        </p:nvSpPr>
        <p:spPr>
          <a:xfrm xmlns:a="http://schemas.openxmlformats.org/drawingml/2006/main">
            <a:off x="609600" y="4381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91D13E"/>
                </a:solidFill>
                <a:latin typeface="Arial"/>
                <a:ea typeface="Arial"/>
                <a:cs typeface="Arial"/>
              </a:defRPr>
            </a:pPr>
            <a:r>
              <a:rPr sz="3225" b="1">
                <a:solidFill>
                  <a:srgbClr val="91D13E"/>
                </a:solidFill>
                <a:latin typeface="Arial"/>
                <a:ea typeface="Arial"/>
                <a:cs typeface="Arial"/>
              </a:rPr>
              <a:t>Een eigen plek voor de Boulenciel-collectie</a:t>
            </a:r>
          </a:p>
        </p:txBody>
      </p:sp>
      <p:sp>
        <p:nvSpPr>
          <p:cNvPr id="2" name="">
            <a:extLst xmlns:a="http://schemas.openxmlformats.org/drawingml/2006/main">
              <a:ext uri="{FF2B5EF4-FFF2-40B4-BE49-F238E27FC236}">
                <a16:creationId xmlns:a16="http://schemas.microsoft.com/office/drawing/2014/main" id="{078F2F49-B0C6-4226-B91C-3E26088F6709}"/>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8A391"/>
                </a:solidFill>
                <a:latin typeface="Arial"/>
                <a:ea typeface="Arial"/>
                <a:cs typeface="Arial"/>
              </a:defRPr>
            </a:pPr>
            <a:r>
              <a:rPr sz="1200" b="0">
                <a:solidFill>
                  <a:srgbClr val="98A391"/>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EECEA94-8089-48DF-BD14-FB7CA1BAE2C0}"/>
              </a:ext>
            </a:extLst>
          </p:cNvPr>
          <p:cNvSpPr>
            <a:spLocks xmlns:a="http://schemas.openxmlformats.org/drawingml/2006/main" noGrp="1"/>
          </p:cNvSpPr>
          <p:nvPr/>
        </p:nvSpPr>
        <p:spPr>
          <a:xfrm xmlns:a="http://schemas.openxmlformats.org/drawingml/2006/main">
            <a:off x="609600" y="18383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Een merkpagina die spelers</a:t>
            </a:r>
          </a:p>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helpt hun boule te kiezen.</a:t>
            </a:r>
          </a:p>
        </p:txBody>
      </p:sp>
      <p:sp>
        <p:nvSpPr>
          <p:cNvPr id="4" name="">
            <a:extLst xmlns:a="http://schemas.openxmlformats.org/drawingml/2006/main">
              <a:ext uri="{FF2B5EF4-FFF2-40B4-BE49-F238E27FC236}">
                <a16:creationId xmlns:a16="http://schemas.microsoft.com/office/drawing/2014/main" id="{105A7A3A-7872-4DE1-A711-C771E500CD00}"/>
              </a:ext>
            </a:extLst>
          </p:cNvPr>
          <p:cNvSpPr>
            <a:spLocks xmlns:a="http://schemas.openxmlformats.org/drawingml/2006/main" noGrp="1"/>
          </p:cNvSpPr>
          <p:nvPr/>
        </p:nvSpPr>
        <p:spPr>
          <a:xfrm xmlns:a="http://schemas.openxmlformats.org/drawingml/2006/main">
            <a:off x="609600" y="31432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4DBCF"/>
                </a:solidFill>
                <a:latin typeface="Arial"/>
                <a:ea typeface="Arial"/>
                <a:cs typeface="Arial"/>
              </a:defRPr>
            </a:pPr>
            <a:r>
              <a:rPr sz="2025" b="0">
                <a:solidFill>
                  <a:srgbClr val="D4DBCF"/>
                </a:solidFill>
                <a:latin typeface="Arial"/>
                <a:ea typeface="Arial"/>
                <a:cs typeface="Arial"/>
              </a:rPr>
              <a:t>18 sets in een herkenbare merkstijl, met productfoto’s en uitleg over materiaal, diameter, gewicht en hardheid.</a:t>
            </a:r>
          </a:p>
        </p:txBody>
      </p:sp>
      <p:sp>
        <p:nvSpPr>
          <p:cNvPr id="5" name="">
            <a:extLst xmlns:a="http://schemas.openxmlformats.org/drawingml/2006/main">
              <a:ext uri="{FF2B5EF4-FFF2-40B4-BE49-F238E27FC236}">
                <a16:creationId xmlns:a16="http://schemas.microsoft.com/office/drawing/2014/main" id="{F3688F2F-F9B1-4EA2-B987-1222A0D1773E}"/>
              </a:ext>
            </a:extLst>
          </p:cNvPr>
          <p:cNvSpPr>
            <a:spLocks xmlns:a="http://schemas.openxmlformats.org/drawingml/2006/main" noGrp="1"/>
          </p:cNvSpPr>
          <p:nvPr/>
        </p:nvSpPr>
        <p:spPr>
          <a:xfrm xmlns:a="http://schemas.openxmlformats.org/drawingml/2006/main">
            <a:off x="609600" y="4829175"/>
            <a:ext cx="4953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4DBCF"/>
                </a:solidFill>
                <a:latin typeface="Arial"/>
                <a:ea typeface="Arial"/>
                <a:cs typeface="Arial"/>
              </a:defRPr>
            </a:pPr>
            <a:r>
              <a:rPr sz="1800" b="0">
                <a:solidFill>
                  <a:srgbClr val="D4DBCF"/>
                </a:solidFill>
                <a:latin typeface="Arial"/>
                <a:ea typeface="Arial"/>
                <a:cs typeface="Arial"/>
              </a:rPr>
              <a:t>Beschikbaar in het Nederlands en Frans.</a:t>
            </a:r>
          </a:p>
          <a:p xmlns:a="http://schemas.openxmlformats.org/drawingml/2006/main">
            <a:pPr>
              <a:defRPr sz="1800" b="0">
                <a:solidFill>
                  <a:srgbClr val="D4DBCF"/>
                </a:solidFill>
                <a:latin typeface="Arial"/>
                <a:ea typeface="Arial"/>
                <a:cs typeface="Arial"/>
              </a:defRPr>
            </a:pPr>
            <a:r>
              <a:rPr sz="1800" b="0">
                <a:solidFill>
                  <a:srgbClr val="D4DBCF"/>
                </a:solidFill>
                <a:latin typeface="Arial"/>
                <a:ea typeface="Arial"/>
                <a:cs typeface="Arial"/>
              </a:rPr>
              <a:t>De huidige versie bevat geen bestelknoppen.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aafe9be3a1c46fb"/>
          <a:stretch xmlns:a="http://schemas.openxmlformats.org/drawingml/2006/main"/>
        </p:blipFill>
        <p:spPr>
          <a:xfrm xmlns:a="http://schemas.openxmlformats.org/drawingml/2006/main">
            <a:off x="6579410" y="1971675"/>
            <a:ext cx="4538630" cy="43529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413F5B6-849D-4058-9BB5-B31658E41D03}"/>
              </a:ext>
            </a:extLst>
          </p:cNvPr>
          <p:cNvSpPr>
            <a:spLocks xmlns:a="http://schemas.openxmlformats.org/drawingml/2006/main" noGrp="1"/>
          </p:cNvSpPr>
          <p:nvPr/>
        </p:nvSpPr>
        <p:spPr>
          <a:xfrm xmlns:a="http://schemas.openxmlformats.org/drawingml/2006/main">
            <a:off x="6638925" y="1581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1D13E"/>
                </a:solidFill>
                <a:latin typeface="Arial"/>
                <a:ea typeface="Arial"/>
                <a:cs typeface="Arial"/>
              </a:defRPr>
            </a:pPr>
            <a:r>
              <a:rPr sz="1125" b="1">
                <a:solidFill>
                  <a:srgbClr val="91D13E"/>
                </a:solidFill>
                <a:latin typeface="Arial"/>
                <a:ea typeface="Arial"/>
                <a:cs typeface="Arial"/>
              </a:rPr>
              <a:t>LOKAAL ONTWERPVOORSTEL</a:t>
            </a:r>
          </a:p>
        </p:txBody>
      </p:sp>
    </p:spTree>
    <p:extLst>
      <p:ext uri="{BB962C8B-B14F-4D97-AF65-F5344CB8AC3E}">
        <p14:creationId xmlns:p14="http://schemas.microsoft.com/office/powerpoint/2010/main" val="2411152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997184-A653-4853-A236-A29BB8EFF9FC}"/>
              </a:ext>
            </a:extLst>
          </p:cNvPr>
          <p:cNvSpPr>
            <a:spLocks xmlns:a="http://schemas.openxmlformats.org/drawingml/2006/main" noGrp="1"/>
          </p:cNvSpPr>
          <p:nvPr/>
        </p:nvSpPr>
        <p:spPr>
          <a:xfrm xmlns:a="http://schemas.openxmlformats.org/drawingml/2006/main">
            <a:off x="609600" y="4381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51E"/>
                </a:solidFill>
                <a:latin typeface="Arial"/>
                <a:ea typeface="Arial"/>
                <a:cs typeface="Arial"/>
              </a:defRPr>
            </a:pPr>
            <a:r>
              <a:rPr sz="3225" b="1">
                <a:solidFill>
                  <a:srgbClr val="20251E"/>
                </a:solidFill>
                <a:latin typeface="Arial"/>
                <a:ea typeface="Arial"/>
                <a:cs typeface="Arial"/>
              </a:rPr>
              <a:t>Uw merk op het kaartje dat spelers gebruiken</a:t>
            </a:r>
          </a:p>
        </p:txBody>
      </p:sp>
      <p:sp>
        <p:nvSpPr>
          <p:cNvPr id="2" name="">
            <a:extLst xmlns:a="http://schemas.openxmlformats.org/drawingml/2006/main">
              <a:ext uri="{FF2B5EF4-FFF2-40B4-BE49-F238E27FC236}">
                <a16:creationId xmlns:a16="http://schemas.microsoft.com/office/drawing/2014/main" id="{0C384B38-202F-42C9-85B6-9366C2417738}"/>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467"/>
                </a:solidFill>
                <a:latin typeface="Arial"/>
                <a:ea typeface="Arial"/>
                <a:cs typeface="Arial"/>
              </a:defRPr>
            </a:pPr>
            <a:r>
              <a:rPr sz="1200" b="0">
                <a:solidFill>
                  <a:srgbClr val="6C7467"/>
                </a:solidFill>
                <a:latin typeface="Arial"/>
                <a:ea typeface="Arial"/>
                <a:cs typeface="Arial"/>
              </a:rP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ce215320974211"/>
          <a:stretch xmlns:a="http://schemas.openxmlformats.org/drawingml/2006/main"/>
        </p:blipFill>
        <p:spPr>
          <a:xfrm xmlns:a="http://schemas.openxmlformats.org/drawingml/2006/main">
            <a:off x="400050" y="1933615"/>
            <a:ext cx="7953375" cy="39432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48D814-A517-45FD-B776-3DE80A93FDE8}"/>
              </a:ext>
            </a:extLst>
          </p:cNvPr>
          <p:cNvSpPr>
            <a:spLocks xmlns:a="http://schemas.openxmlformats.org/drawingml/2006/main" noGrp="1"/>
          </p:cNvSpPr>
          <p:nvPr/>
        </p:nvSpPr>
        <p:spPr>
          <a:xfrm xmlns:a="http://schemas.openxmlformats.org/drawingml/2006/main">
            <a:off x="8572500" y="2076450"/>
            <a:ext cx="30099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51E"/>
                </a:solidFill>
                <a:latin typeface="Arial"/>
                <a:ea typeface="Arial"/>
                <a:cs typeface="Arial"/>
              </a:defRPr>
            </a:pPr>
            <a:r>
              <a:rPr sz="2250" b="1">
                <a:solidFill>
                  <a:srgbClr val="20251E"/>
                </a:solidFill>
                <a:latin typeface="Arial"/>
                <a:ea typeface="Arial"/>
                <a:cs typeface="Arial"/>
              </a:rPr>
              <a:t>Elke ronde opnieuw</a:t>
            </a:r>
          </a:p>
        </p:txBody>
      </p:sp>
      <p:sp>
        <p:nvSpPr>
          <p:cNvPr id="5" name="">
            <a:extLst xmlns:a="http://schemas.openxmlformats.org/drawingml/2006/main">
              <a:ext uri="{FF2B5EF4-FFF2-40B4-BE49-F238E27FC236}">
                <a16:creationId xmlns:a16="http://schemas.microsoft.com/office/drawing/2014/main" id="{303C2911-1379-49DC-9707-76AD11B57440}"/>
              </a:ext>
            </a:extLst>
          </p:cNvPr>
          <p:cNvSpPr>
            <a:spLocks xmlns:a="http://schemas.openxmlformats.org/drawingml/2006/main" noGrp="1"/>
          </p:cNvSpPr>
          <p:nvPr/>
        </p:nvSpPr>
        <p:spPr>
          <a:xfrm xmlns:a="http://schemas.openxmlformats.org/drawingml/2006/main">
            <a:off x="8572500" y="3076575"/>
            <a:ext cx="3009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Teams gebruiken hun wedstrijdkaart voor de pleinindeling en de score.</a:t>
            </a:r>
          </a:p>
        </p:txBody>
      </p:sp>
      <p:sp>
        <p:nvSpPr>
          <p:cNvPr id="6" name="">
            <a:extLst xmlns:a="http://schemas.openxmlformats.org/drawingml/2006/main">
              <a:ext uri="{FF2B5EF4-FFF2-40B4-BE49-F238E27FC236}">
                <a16:creationId xmlns:a16="http://schemas.microsoft.com/office/drawing/2014/main" id="{7B462243-39D7-459A-970C-761F4C2114B3}"/>
              </a:ext>
            </a:extLst>
          </p:cNvPr>
          <p:cNvSpPr>
            <a:spLocks xmlns:a="http://schemas.openxmlformats.org/drawingml/2006/main" noGrp="1"/>
          </p:cNvSpPr>
          <p:nvPr/>
        </p:nvSpPr>
        <p:spPr>
          <a:xfrm xmlns:a="http://schemas.openxmlformats.org/drawingml/2006/main">
            <a:off x="8572500" y="4514850"/>
            <a:ext cx="30099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51E"/>
                </a:solidFill>
                <a:latin typeface="Arial"/>
                <a:ea typeface="Arial"/>
                <a:cs typeface="Arial"/>
              </a:defRPr>
            </a:pPr>
            <a:r>
              <a:rPr sz="1875" b="1">
                <a:solidFill>
                  <a:srgbClr val="20251E"/>
                </a:solidFill>
                <a:latin typeface="Arial"/>
                <a:ea typeface="Arial"/>
                <a:cs typeface="Arial"/>
              </a:rPr>
              <a:t>Voorstel: Boulenciel in de logostrook van de gedrukte Match13-kaartjes.</a:t>
            </a:r>
          </a:p>
        </p:txBody>
      </p:sp>
      <p:sp>
        <p:nvSpPr>
          <p:cNvPr id="7" name="">
            <a:extLst xmlns:a="http://schemas.openxmlformats.org/drawingml/2006/main">
              <a:ext uri="{FF2B5EF4-FFF2-40B4-BE49-F238E27FC236}">
                <a16:creationId xmlns:a16="http://schemas.microsoft.com/office/drawing/2014/main" id="{C35FA42D-9E11-4D49-A27B-38BD96D472A7}"/>
              </a:ext>
            </a:extLst>
          </p:cNvPr>
          <p:cNvSpPr>
            <a:spLocks xmlns:a="http://schemas.openxmlformats.org/drawingml/2006/main" noGrp="1"/>
          </p:cNvSpPr>
          <p:nvPr/>
        </p:nvSpPr>
        <p:spPr>
          <a:xfrm xmlns:a="http://schemas.openxmlformats.org/drawingml/2006/main">
            <a:off x="609600" y="6124575"/>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053"/>
                </a:solidFill>
                <a:latin typeface="Arial"/>
                <a:ea typeface="Arial"/>
                <a:cs typeface="Arial"/>
              </a:defRPr>
            </a:pPr>
            <a:r>
              <a:rPr sz="1275" b="0">
                <a:solidFill>
                  <a:srgbClr val="596053"/>
                </a:solidFill>
                <a:latin typeface="Arial"/>
                <a:ea typeface="Arial"/>
                <a:cs typeface="Arial"/>
              </a:rPr>
              <a:t>Bestaande wedstrijdkaart uit het dossier. De sponsorruimte wordt na akkoord technisch toegevoegd.</a:t>
            </a:r>
          </a:p>
        </p:txBody>
      </p:sp>
    </p:spTree>
    <p:extLst>
      <p:ext uri="{BB962C8B-B14F-4D97-AF65-F5344CB8AC3E}">
        <p14:creationId xmlns:p14="http://schemas.microsoft.com/office/powerpoint/2010/main" val="664206908"/>
      </p:ext>
    </p:extLst>
  </p:cSld>
</p:sld>
</file>

<file path=ppt/slides/slide5.xml><?xml version="1.0" encoding="utf-8"?>
<p:sld xmlns:p="http://schemas.openxmlformats.org/presentationml/2006/main">
  <p:cSld>
    <p:bg>
      <p:bgPr>
        <a:solidFill xmlns:a="http://schemas.openxmlformats.org/drawingml/2006/main">
          <a:srgbClr val="1116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3F615B-5DBC-4DC7-84CD-D1C541FC49B1}"/>
              </a:ext>
            </a:extLst>
          </p:cNvPr>
          <p:cNvSpPr>
            <a:spLocks xmlns:a="http://schemas.openxmlformats.org/drawingml/2006/main" noGrp="1"/>
          </p:cNvSpPr>
          <p:nvPr/>
        </p:nvSpPr>
        <p:spPr>
          <a:xfrm xmlns:a="http://schemas.openxmlformats.org/drawingml/2006/main">
            <a:off x="609600" y="4381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91D13E"/>
                </a:solidFill>
                <a:latin typeface="Arial"/>
                <a:ea typeface="Arial"/>
                <a:cs typeface="Arial"/>
              </a:defRPr>
            </a:pPr>
            <a:r>
              <a:rPr sz="3225" b="1">
                <a:solidFill>
                  <a:srgbClr val="91D13E"/>
                </a:solidFill>
                <a:latin typeface="Arial"/>
                <a:ea typeface="Arial"/>
                <a:cs typeface="Arial"/>
              </a:rPr>
              <a:t>Ook zichtbaar waar spelers de ronde volgen</a:t>
            </a:r>
          </a:p>
        </p:txBody>
      </p:sp>
      <p:sp>
        <p:nvSpPr>
          <p:cNvPr id="2" name="">
            <a:extLst xmlns:a="http://schemas.openxmlformats.org/drawingml/2006/main">
              <a:ext uri="{FF2B5EF4-FFF2-40B4-BE49-F238E27FC236}">
                <a16:creationId xmlns:a16="http://schemas.microsoft.com/office/drawing/2014/main" id="{5F33F6E5-BF76-4301-AE9A-5FB46F8F6FB9}"/>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8A391"/>
                </a:solidFill>
                <a:latin typeface="Arial"/>
                <a:ea typeface="Arial"/>
                <a:cs typeface="Arial"/>
              </a:defRPr>
            </a:pPr>
            <a:r>
              <a:rPr sz="1200" b="0">
                <a:solidFill>
                  <a:srgbClr val="98A39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009B633-8E72-49B2-958C-5162D45BDE92}"/>
              </a:ext>
            </a:extLst>
          </p:cNvPr>
          <p:cNvSpPr>
            <a:spLocks xmlns:a="http://schemas.openxmlformats.org/drawingml/2006/main" noGrp="1"/>
          </p:cNvSpPr>
          <p:nvPr/>
        </p:nvSpPr>
        <p:spPr>
          <a:xfrm xmlns:a="http://schemas.openxmlformats.org/drawingml/2006/main">
            <a:off x="609600" y="163830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Het zaalscherm toont de rondes en pleinindeling.</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Een vaste logozone kan Boulenciel daarbij in beeld brengen.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494ef5baccb4847"/>
          <a:stretch xmlns:a="http://schemas.openxmlformats.org/drawingml/2006/main"/>
        </p:blipFill>
        <p:spPr>
          <a:xfrm xmlns:a="http://schemas.openxmlformats.org/drawingml/2006/main">
            <a:off x="617034" y="2857500"/>
            <a:ext cx="10957932" cy="3352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454090-5D2C-476B-9498-BF39798E6568}"/>
              </a:ext>
            </a:extLst>
          </p:cNvPr>
          <p:cNvSpPr>
            <a:spLocks xmlns:a="http://schemas.openxmlformats.org/drawingml/2006/main" noGrp="1"/>
          </p:cNvSpPr>
          <p:nvPr/>
        </p:nvSpPr>
        <p:spPr>
          <a:xfrm xmlns:a="http://schemas.openxmlformats.org/drawingml/2006/main">
            <a:off x="609600" y="63150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4C4"/>
                </a:solidFill>
                <a:latin typeface="Arial"/>
                <a:ea typeface="Arial"/>
                <a:cs typeface="Arial"/>
              </a:defRPr>
            </a:pPr>
            <a:r>
              <a:rPr sz="1200" b="0">
                <a:solidFill>
                  <a:srgbClr val="CBD4C4"/>
                </a:solidFill>
                <a:latin typeface="Arial"/>
                <a:ea typeface="Arial"/>
                <a:cs typeface="Arial"/>
              </a:rPr>
              <a:t>Concept uit het dossier. Sponsorzone te bouwen voor deelnemende tornooien die het zaalscherm gebruiken.</a:t>
            </a:r>
          </a:p>
        </p:txBody>
      </p:sp>
    </p:spTree>
    <p:extLst>
      <p:ext uri="{BB962C8B-B14F-4D97-AF65-F5344CB8AC3E}">
        <p14:creationId xmlns:p14="http://schemas.microsoft.com/office/powerpoint/2010/main" val="16153245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A95096-94C6-4BAB-BB87-FF656B32F26A}"/>
              </a:ext>
            </a:extLst>
          </p:cNvPr>
          <p:cNvSpPr>
            <a:spLocks xmlns:a="http://schemas.openxmlformats.org/drawingml/2006/main" noGrp="1"/>
          </p:cNvSpPr>
          <p:nvPr/>
        </p:nvSpPr>
        <p:spPr>
          <a:xfrm xmlns:a="http://schemas.openxmlformats.org/drawingml/2006/main">
            <a:off x="609600" y="4381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51E"/>
                </a:solidFill>
                <a:latin typeface="Arial"/>
                <a:ea typeface="Arial"/>
                <a:cs typeface="Arial"/>
              </a:defRPr>
            </a:pPr>
            <a:r>
              <a:rPr sz="3225" b="1">
                <a:solidFill>
                  <a:srgbClr val="20251E"/>
                </a:solidFill>
                <a:latin typeface="Arial"/>
                <a:ea typeface="Arial"/>
                <a:cs typeface="Arial"/>
              </a:rPr>
              <a:t>Twee manieren om samen te starten</a:t>
            </a:r>
          </a:p>
        </p:txBody>
      </p:sp>
      <p:sp>
        <p:nvSpPr>
          <p:cNvPr id="2" name="">
            <a:extLst xmlns:a="http://schemas.openxmlformats.org/drawingml/2006/main">
              <a:ext uri="{FF2B5EF4-FFF2-40B4-BE49-F238E27FC236}">
                <a16:creationId xmlns:a16="http://schemas.microsoft.com/office/drawing/2014/main" id="{ED5BCFFD-CE7A-45FB-901C-398A0BE0E46F}"/>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467"/>
                </a:solidFill>
                <a:latin typeface="Arial"/>
                <a:ea typeface="Arial"/>
                <a:cs typeface="Arial"/>
              </a:defRPr>
            </a:pPr>
            <a:r>
              <a:rPr sz="1200" b="0">
                <a:solidFill>
                  <a:srgbClr val="6C7467"/>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10DF2B6-B0CC-4F63-A330-12E0709E37F9}"/>
              </a:ext>
            </a:extLst>
          </p:cNvPr>
          <p:cNvSpPr>
            <a:spLocks xmlns:a="http://schemas.openxmlformats.org/drawingml/2006/main" noGrp="1"/>
          </p:cNvSpPr>
          <p:nvPr/>
        </p:nvSpPr>
        <p:spPr>
          <a:xfrm xmlns:a="http://schemas.openxmlformats.org/drawingml/2006/main">
            <a:off x="609600" y="1714500"/>
            <a:ext cx="4953000"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A0826B-C457-4D67-9009-FAB2468B60ED}"/>
              </a:ext>
            </a:extLst>
          </p:cNvPr>
          <p:cNvSpPr>
            <a:spLocks xmlns:a="http://schemas.openxmlformats.org/drawingml/2006/main" noGrp="1"/>
          </p:cNvSpPr>
          <p:nvPr/>
        </p:nvSpPr>
        <p:spPr>
          <a:xfrm xmlns:a="http://schemas.openxmlformats.org/drawingml/2006/main">
            <a:off x="6534150" y="1714500"/>
            <a:ext cx="5048250"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A80985-57A5-4182-A326-DDB50C87CEBE}"/>
              </a:ext>
            </a:extLst>
          </p:cNvPr>
          <p:cNvSpPr>
            <a:spLocks xmlns:a="http://schemas.openxmlformats.org/drawingml/2006/main" noGrp="1"/>
          </p:cNvSpPr>
          <p:nvPr/>
        </p:nvSpPr>
        <p:spPr>
          <a:xfrm xmlns:a="http://schemas.openxmlformats.org/drawingml/2006/main">
            <a:off x="609600" y="19431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51E"/>
                </a:solidFill>
                <a:latin typeface="Arial"/>
                <a:ea typeface="Arial"/>
                <a:cs typeface="Arial"/>
              </a:defRPr>
            </a:pPr>
            <a:r>
              <a:rPr sz="2325" b="1">
                <a:solidFill>
                  <a:srgbClr val="20251E"/>
                </a:solidFill>
                <a:latin typeface="Arial"/>
                <a:ea typeface="Arial"/>
                <a:cs typeface="Arial"/>
              </a:rPr>
              <a:t>Hoofdsponsor</a:t>
            </a:r>
          </a:p>
        </p:txBody>
      </p:sp>
      <p:sp>
        <p:nvSpPr>
          <p:cNvPr id="6" name="">
            <a:extLst xmlns:a="http://schemas.openxmlformats.org/drawingml/2006/main">
              <a:ext uri="{FF2B5EF4-FFF2-40B4-BE49-F238E27FC236}">
                <a16:creationId xmlns:a16="http://schemas.microsoft.com/office/drawing/2014/main" id="{D419C29E-51D8-4C87-B60C-03AE00D49A38}"/>
              </a:ext>
            </a:extLst>
          </p:cNvPr>
          <p:cNvSpPr>
            <a:spLocks xmlns:a="http://schemas.openxmlformats.org/drawingml/2006/main" noGrp="1"/>
          </p:cNvSpPr>
          <p:nvPr/>
        </p:nvSpPr>
        <p:spPr>
          <a:xfrm xmlns:a="http://schemas.openxmlformats.org/drawingml/2006/main">
            <a:off x="609600" y="25527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20251E"/>
                </a:solidFill>
                <a:latin typeface="Arial"/>
                <a:ea typeface="Arial"/>
                <a:cs typeface="Arial"/>
              </a:defRPr>
            </a:pPr>
            <a:r>
              <a:rPr sz="3675" b="1">
                <a:solidFill>
                  <a:srgbClr val="20251E"/>
                </a:solidFill>
                <a:latin typeface="Arial"/>
                <a:ea typeface="Arial"/>
                <a:cs typeface="Arial"/>
              </a:rPr>
              <a:t>€ 1.550 / jaar</a:t>
            </a:r>
          </a:p>
        </p:txBody>
      </p:sp>
      <p:sp>
        <p:nvSpPr>
          <p:cNvPr id="7" name="">
            <a:extLst xmlns:a="http://schemas.openxmlformats.org/drawingml/2006/main">
              <a:ext uri="{FF2B5EF4-FFF2-40B4-BE49-F238E27FC236}">
                <a16:creationId xmlns:a16="http://schemas.microsoft.com/office/drawing/2014/main" id="{F7348A70-C5E9-4572-9732-06A8384D2250}"/>
              </a:ext>
            </a:extLst>
          </p:cNvPr>
          <p:cNvSpPr>
            <a:spLocks xmlns:a="http://schemas.openxmlformats.org/drawingml/2006/main" noGrp="1"/>
          </p:cNvSpPr>
          <p:nvPr/>
        </p:nvSpPr>
        <p:spPr>
          <a:xfrm xmlns:a="http://schemas.openxmlformats.org/drawingml/2006/main">
            <a:off x="609600" y="350520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053"/>
                </a:solidFill>
                <a:latin typeface="Arial"/>
                <a:ea typeface="Arial"/>
                <a:cs typeface="Arial"/>
              </a:defRPr>
            </a:pPr>
            <a:r>
              <a:rPr sz="1800" b="0">
                <a:solidFill>
                  <a:srgbClr val="596053"/>
                </a:solidFill>
                <a:latin typeface="Arial"/>
                <a:ea typeface="Arial"/>
                <a:cs typeface="Arial"/>
              </a:rPr>
              <a:t>Eigen merkpagina en prominente homepagebanner.</a:t>
            </a:r>
          </a:p>
          <a:p xmlns:a="http://schemas.openxmlformats.org/drawingml/2006/main">
            <a:r>
              <a:t/>
            </a:r>
          </a:p>
          <a:p xmlns:a="http://schemas.openxmlformats.org/drawingml/2006/main">
            <a:pPr>
              <a:defRPr sz="1800" b="0">
                <a:solidFill>
                  <a:srgbClr val="596053"/>
                </a:solidFill>
                <a:latin typeface="Arial"/>
                <a:ea typeface="Arial"/>
                <a:cs typeface="Arial"/>
              </a:defRPr>
            </a:pPr>
            <a:r>
              <a:rPr sz="1800" b="0">
                <a:solidFill>
                  <a:srgbClr val="596053"/>
                </a:solidFill>
                <a:latin typeface="Arial"/>
                <a:ea typeface="Arial"/>
                <a:cs typeface="Arial"/>
              </a:rPr>
              <a:t>Vermelding in elke nieuwsbrief en tornooivideo op Facebook.</a:t>
            </a:r>
          </a:p>
          <a:p xmlns:a="http://schemas.openxmlformats.org/drawingml/2006/main">
            <a:r>
              <a:t/>
            </a:r>
          </a:p>
          <a:p xmlns:a="http://schemas.openxmlformats.org/drawingml/2006/main">
            <a:pPr>
              <a:defRPr sz="1800" b="0">
                <a:solidFill>
                  <a:srgbClr val="596053"/>
                </a:solidFill>
                <a:latin typeface="Arial"/>
                <a:ea typeface="Arial"/>
                <a:cs typeface="Arial"/>
              </a:defRPr>
            </a:pPr>
            <a:r>
              <a:rPr sz="1800" b="0">
                <a:solidFill>
                  <a:srgbClr val="596053"/>
                </a:solidFill>
                <a:latin typeface="Arial"/>
                <a:ea typeface="Arial"/>
                <a:cs typeface="Arial"/>
              </a:rPr>
              <a:t>Inclusief het Zilverpakket. Maximaal twee hoofdsponsors per jaar.</a:t>
            </a:r>
          </a:p>
        </p:txBody>
      </p:sp>
      <p:sp>
        <p:nvSpPr>
          <p:cNvPr id="8" name="">
            <a:extLst xmlns:a="http://schemas.openxmlformats.org/drawingml/2006/main">
              <a:ext uri="{FF2B5EF4-FFF2-40B4-BE49-F238E27FC236}">
                <a16:creationId xmlns:a16="http://schemas.microsoft.com/office/drawing/2014/main" id="{AAFB2CD5-3D54-41BC-89BF-FE742A683373}"/>
              </a:ext>
            </a:extLst>
          </p:cNvPr>
          <p:cNvSpPr>
            <a:spLocks xmlns:a="http://schemas.openxmlformats.org/drawingml/2006/main" noGrp="1"/>
          </p:cNvSpPr>
          <p:nvPr/>
        </p:nvSpPr>
        <p:spPr>
          <a:xfrm xmlns:a="http://schemas.openxmlformats.org/drawingml/2006/main">
            <a:off x="6534150" y="194310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51E"/>
                </a:solidFill>
                <a:latin typeface="Arial"/>
                <a:ea typeface="Arial"/>
                <a:cs typeface="Arial"/>
              </a:defRPr>
            </a:pPr>
            <a:r>
              <a:rPr sz="2325" b="1">
                <a:solidFill>
                  <a:srgbClr val="20251E"/>
                </a:solidFill>
                <a:latin typeface="Arial"/>
                <a:ea typeface="Arial"/>
                <a:cs typeface="Arial"/>
              </a:rPr>
              <a:t>Match13-hoofdpartner</a:t>
            </a:r>
          </a:p>
        </p:txBody>
      </p:sp>
      <p:sp>
        <p:nvSpPr>
          <p:cNvPr id="9" name="">
            <a:extLst xmlns:a="http://schemas.openxmlformats.org/drawingml/2006/main">
              <a:ext uri="{FF2B5EF4-FFF2-40B4-BE49-F238E27FC236}">
                <a16:creationId xmlns:a16="http://schemas.microsoft.com/office/drawing/2014/main" id="{3B57EC22-810F-4FDA-972B-3C1798A70AEF}"/>
              </a:ext>
            </a:extLst>
          </p:cNvPr>
          <p:cNvSpPr>
            <a:spLocks xmlns:a="http://schemas.openxmlformats.org/drawingml/2006/main" noGrp="1"/>
          </p:cNvSpPr>
          <p:nvPr/>
        </p:nvSpPr>
        <p:spPr>
          <a:xfrm xmlns:a="http://schemas.openxmlformats.org/drawingml/2006/main">
            <a:off x="6534150" y="2552700"/>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20251E"/>
                </a:solidFill>
                <a:latin typeface="Arial"/>
                <a:ea typeface="Arial"/>
                <a:cs typeface="Arial"/>
              </a:defRPr>
            </a:pPr>
            <a:r>
              <a:rPr sz="3675" b="1">
                <a:solidFill>
                  <a:srgbClr val="20251E"/>
                </a:solidFill>
                <a:latin typeface="Arial"/>
                <a:ea typeface="Arial"/>
                <a:cs typeface="Arial"/>
              </a:rPr>
              <a:t>€ 3.000 / jaar</a:t>
            </a:r>
          </a:p>
        </p:txBody>
      </p:sp>
      <p:sp>
        <p:nvSpPr>
          <p:cNvPr id="10" name="">
            <a:extLst xmlns:a="http://schemas.openxmlformats.org/drawingml/2006/main">
              <a:ext uri="{FF2B5EF4-FFF2-40B4-BE49-F238E27FC236}">
                <a16:creationId xmlns:a16="http://schemas.microsoft.com/office/drawing/2014/main" id="{408D994C-7FD8-43E9-BB31-4CD337E3CC66}"/>
              </a:ext>
            </a:extLst>
          </p:cNvPr>
          <p:cNvSpPr>
            <a:spLocks xmlns:a="http://schemas.openxmlformats.org/drawingml/2006/main" noGrp="1"/>
          </p:cNvSpPr>
          <p:nvPr/>
        </p:nvSpPr>
        <p:spPr>
          <a:xfrm xmlns:a="http://schemas.openxmlformats.org/drawingml/2006/main">
            <a:off x="6534150" y="3505200"/>
            <a:ext cx="49530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053"/>
                </a:solidFill>
                <a:latin typeface="Arial"/>
                <a:ea typeface="Arial"/>
                <a:cs typeface="Arial"/>
              </a:defRPr>
            </a:pPr>
            <a:r>
              <a:rPr sz="1800" b="0">
                <a:solidFill>
                  <a:srgbClr val="596053"/>
                </a:solidFill>
                <a:latin typeface="Arial"/>
                <a:ea typeface="Arial"/>
                <a:cs typeface="Arial"/>
              </a:rPr>
              <a:t>Alles uit Hoofdsponsor.</a:t>
            </a:r>
          </a:p>
          <a:p xmlns:a="http://schemas.openxmlformats.org/drawingml/2006/main">
            <a:r>
              <a:t/>
            </a:r>
          </a:p>
          <a:p xmlns:a="http://schemas.openxmlformats.org/drawingml/2006/main">
            <a:pPr>
              <a:defRPr sz="1800" b="0">
                <a:solidFill>
                  <a:srgbClr val="596053"/>
                </a:solidFill>
                <a:latin typeface="Arial"/>
                <a:ea typeface="Arial"/>
                <a:cs typeface="Arial"/>
              </a:defRPr>
            </a:pPr>
            <a:r>
              <a:rPr sz="1800" b="0">
                <a:solidFill>
                  <a:srgbClr val="596053"/>
                </a:solidFill>
                <a:latin typeface="Arial"/>
                <a:ea typeface="Arial"/>
                <a:cs typeface="Arial"/>
              </a:rPr>
              <a:t>Daarbovenop: logo op wedstrijdkaartjes en het zaalscherm van Match13.</a:t>
            </a:r>
          </a:p>
          <a:p xmlns:a="http://schemas.openxmlformats.org/drawingml/2006/main">
            <a:r>
              <a:t/>
            </a:r>
          </a:p>
          <a:p xmlns:a="http://schemas.openxmlformats.org/drawingml/2006/main">
            <a:pPr>
              <a:defRPr sz="1800" b="0">
                <a:solidFill>
                  <a:srgbClr val="596053"/>
                </a:solidFill>
                <a:latin typeface="Arial"/>
                <a:ea typeface="Arial"/>
                <a:cs typeface="Arial"/>
              </a:defRPr>
            </a:pPr>
            <a:r>
              <a:rPr sz="1800" b="0">
                <a:solidFill>
                  <a:srgbClr val="596053"/>
                </a:solidFill>
                <a:latin typeface="Arial"/>
                <a:ea typeface="Arial"/>
                <a:cs typeface="Arial"/>
              </a:rPr>
              <a:t>Maximaal één Match13-hoofdpartner per jaar.</a:t>
            </a:r>
          </a:p>
        </p:txBody>
      </p:sp>
      <p:sp>
        <p:nvSpPr>
          <p:cNvPr id="11" name="">
            <a:extLst xmlns:a="http://schemas.openxmlformats.org/drawingml/2006/main">
              <a:ext uri="{FF2B5EF4-FFF2-40B4-BE49-F238E27FC236}">
                <a16:creationId xmlns:a16="http://schemas.microsoft.com/office/drawing/2014/main" id="{E51D3253-AEB8-4DDC-A2C4-BFE51313EB8B}"/>
              </a:ext>
            </a:extLst>
          </p:cNvPr>
          <p:cNvSpPr>
            <a:spLocks xmlns:a="http://schemas.openxmlformats.org/drawingml/2006/main" noGrp="1"/>
          </p:cNvSpPr>
          <p:nvPr/>
        </p:nvSpPr>
        <p:spPr>
          <a:xfrm xmlns:a="http://schemas.openxmlformats.org/drawingml/2006/main">
            <a:off x="609600" y="61436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053"/>
                </a:solidFill>
                <a:latin typeface="Arial"/>
                <a:ea typeface="Arial"/>
                <a:cs typeface="Arial"/>
              </a:defRPr>
            </a:pPr>
            <a:r>
              <a:rPr sz="1200" b="0">
                <a:solidFill>
                  <a:srgbClr val="596053"/>
                </a:solidFill>
                <a:latin typeface="Arial"/>
                <a:ea typeface="Arial"/>
                <a:cs typeface="Arial"/>
              </a:rPr>
              <a:t>Tarieven voor het eerste sponsorjaar uit het dossier. Looptijd, uitvoering en btw-afspraken vastleggen in het definitieve voorstel.</a:t>
            </a:r>
          </a:p>
        </p:txBody>
      </p:sp>
    </p:spTree>
    <p:extLst>
      <p:ext uri="{BB962C8B-B14F-4D97-AF65-F5344CB8AC3E}">
        <p14:creationId xmlns:p14="http://schemas.microsoft.com/office/powerpoint/2010/main" val="4075191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A01C4A9-BAB8-4360-B042-01DE56436C97}"/>
              </a:ext>
            </a:extLst>
          </p:cNvPr>
          <p:cNvSpPr>
            <a:spLocks xmlns:a="http://schemas.openxmlformats.org/drawingml/2006/main" noGrp="1"/>
          </p:cNvSpPr>
          <p:nvPr/>
        </p:nvSpPr>
        <p:spPr>
          <a:xfrm xmlns:a="http://schemas.openxmlformats.org/drawingml/2006/main">
            <a:off x="609600" y="4381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0251E"/>
                </a:solidFill>
                <a:latin typeface="Arial"/>
                <a:ea typeface="Arial"/>
                <a:cs typeface="Arial"/>
              </a:defRPr>
            </a:pPr>
            <a:r>
              <a:rPr sz="3225" b="1">
                <a:solidFill>
                  <a:srgbClr val="20251E"/>
                </a:solidFill>
                <a:latin typeface="Arial"/>
                <a:ea typeface="Arial"/>
                <a:cs typeface="Arial"/>
              </a:rPr>
              <a:t>Eerst samen bekijken. Daarna gericht activeren.</a:t>
            </a:r>
          </a:p>
        </p:txBody>
      </p:sp>
      <p:sp>
        <p:nvSpPr>
          <p:cNvPr id="2" name="">
            <a:extLst xmlns:a="http://schemas.openxmlformats.org/drawingml/2006/main">
              <a:ext uri="{FF2B5EF4-FFF2-40B4-BE49-F238E27FC236}">
                <a16:creationId xmlns:a16="http://schemas.microsoft.com/office/drawing/2014/main" id="{C7AD6E19-B557-4AC7-AE0A-53EA5EA71D16}"/>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467"/>
                </a:solidFill>
                <a:latin typeface="Arial"/>
                <a:ea typeface="Arial"/>
                <a:cs typeface="Arial"/>
              </a:defRPr>
            </a:pPr>
            <a:r>
              <a:rPr sz="1200" b="0">
                <a:solidFill>
                  <a:srgbClr val="6C746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E355D53-CE88-492F-BEAD-58BF1A92EC51}"/>
              </a:ext>
            </a:extLst>
          </p:cNvPr>
          <p:cNvSpPr>
            <a:spLocks xmlns:a="http://schemas.openxmlformats.org/drawingml/2006/main" noGrp="1"/>
          </p:cNvSpPr>
          <p:nvPr/>
        </p:nvSpPr>
        <p:spPr>
          <a:xfrm xmlns:a="http://schemas.openxmlformats.org/drawingml/2006/main">
            <a:off x="609600" y="1924050"/>
            <a:ext cx="325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91D13E"/>
                </a:solidFill>
                <a:latin typeface="Arial"/>
                <a:ea typeface="Arial"/>
                <a:cs typeface="Arial"/>
              </a:defRPr>
            </a:pPr>
            <a:r>
              <a:rPr sz="4200" b="1">
                <a:solidFill>
                  <a:srgbClr val="91D13E"/>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BE7E03B-FBAF-4328-9C68-9806B10E87A4}"/>
              </a:ext>
            </a:extLst>
          </p:cNvPr>
          <p:cNvSpPr>
            <a:spLocks xmlns:a="http://schemas.openxmlformats.org/drawingml/2006/main" noGrp="1"/>
          </p:cNvSpPr>
          <p:nvPr/>
        </p:nvSpPr>
        <p:spPr>
          <a:xfrm xmlns:a="http://schemas.openxmlformats.org/drawingml/2006/main">
            <a:off x="609600" y="2847975"/>
            <a:ext cx="3171825"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77EFE2-8312-44A9-AA9F-97297242678E}"/>
              </a:ext>
            </a:extLst>
          </p:cNvPr>
          <p:cNvSpPr>
            <a:spLocks xmlns:a="http://schemas.openxmlformats.org/drawingml/2006/main" noGrp="1"/>
          </p:cNvSpPr>
          <p:nvPr/>
        </p:nvSpPr>
        <p:spPr>
          <a:xfrm xmlns:a="http://schemas.openxmlformats.org/drawingml/2006/main">
            <a:off x="609600" y="3171825"/>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51E"/>
                </a:solidFill>
                <a:latin typeface="Arial"/>
                <a:ea typeface="Arial"/>
                <a:cs typeface="Arial"/>
              </a:defRPr>
            </a:pPr>
            <a:r>
              <a:rPr sz="2175" b="1">
                <a:solidFill>
                  <a:srgbClr val="20251E"/>
                </a:solidFill>
                <a:latin typeface="Arial"/>
                <a:ea typeface="Arial"/>
                <a:cs typeface="Arial"/>
              </a:rPr>
              <a:t>Afstemmen</a:t>
            </a:r>
          </a:p>
        </p:txBody>
      </p:sp>
      <p:sp>
        <p:nvSpPr>
          <p:cNvPr id="6" name="">
            <a:extLst xmlns:a="http://schemas.openxmlformats.org/drawingml/2006/main">
              <a:ext uri="{FF2B5EF4-FFF2-40B4-BE49-F238E27FC236}">
                <a16:creationId xmlns:a16="http://schemas.microsoft.com/office/drawing/2014/main" id="{39E12DB6-D410-4ABC-845A-3594A137A5B1}"/>
              </a:ext>
            </a:extLst>
          </p:cNvPr>
          <p:cNvSpPr>
            <a:spLocks xmlns:a="http://schemas.openxmlformats.org/drawingml/2006/main" noGrp="1"/>
          </p:cNvSpPr>
          <p:nvPr/>
        </p:nvSpPr>
        <p:spPr>
          <a:xfrm xmlns:a="http://schemas.openxmlformats.org/drawingml/2006/main">
            <a:off x="609600" y="3943350"/>
            <a:ext cx="31718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We kiezen het pakket en leggen de logo’s, productinformatie en plaatsingen samen vast.</a:t>
            </a:r>
          </a:p>
        </p:txBody>
      </p:sp>
      <p:sp>
        <p:nvSpPr>
          <p:cNvPr id="7" name="">
            <a:extLst xmlns:a="http://schemas.openxmlformats.org/drawingml/2006/main">
              <a:ext uri="{FF2B5EF4-FFF2-40B4-BE49-F238E27FC236}">
                <a16:creationId xmlns:a16="http://schemas.microsoft.com/office/drawing/2014/main" id="{6C58527C-7DE2-44B3-A97D-1CDF360BDC4A}"/>
              </a:ext>
            </a:extLst>
          </p:cNvPr>
          <p:cNvSpPr>
            <a:spLocks xmlns:a="http://schemas.openxmlformats.org/drawingml/2006/main" noGrp="1"/>
          </p:cNvSpPr>
          <p:nvPr/>
        </p:nvSpPr>
        <p:spPr>
          <a:xfrm xmlns:a="http://schemas.openxmlformats.org/drawingml/2006/main">
            <a:off x="4333875" y="1924050"/>
            <a:ext cx="325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91D13E"/>
                </a:solidFill>
                <a:latin typeface="Arial"/>
                <a:ea typeface="Arial"/>
                <a:cs typeface="Arial"/>
              </a:defRPr>
            </a:pPr>
            <a:r>
              <a:rPr sz="4200" b="1">
                <a:solidFill>
                  <a:srgbClr val="91D13E"/>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DB71E60-4AE8-42B1-B0A3-716134A78279}"/>
              </a:ext>
            </a:extLst>
          </p:cNvPr>
          <p:cNvSpPr>
            <a:spLocks xmlns:a="http://schemas.openxmlformats.org/drawingml/2006/main" noGrp="1"/>
          </p:cNvSpPr>
          <p:nvPr/>
        </p:nvSpPr>
        <p:spPr>
          <a:xfrm xmlns:a="http://schemas.openxmlformats.org/drawingml/2006/main">
            <a:off x="4333875" y="2847975"/>
            <a:ext cx="3171825"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5FB201-D357-44E2-9D4C-C9947022E9C4}"/>
              </a:ext>
            </a:extLst>
          </p:cNvPr>
          <p:cNvSpPr>
            <a:spLocks xmlns:a="http://schemas.openxmlformats.org/drawingml/2006/main" noGrp="1"/>
          </p:cNvSpPr>
          <p:nvPr/>
        </p:nvSpPr>
        <p:spPr>
          <a:xfrm xmlns:a="http://schemas.openxmlformats.org/drawingml/2006/main">
            <a:off x="4333875" y="3171825"/>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51E"/>
                </a:solidFill>
                <a:latin typeface="Arial"/>
                <a:ea typeface="Arial"/>
                <a:cs typeface="Arial"/>
              </a:defRPr>
            </a:pPr>
            <a:r>
              <a:rPr sz="2175" b="1">
                <a:solidFill>
                  <a:srgbClr val="20251E"/>
                </a:solidFill>
                <a:latin typeface="Arial"/>
                <a:ea typeface="Arial"/>
                <a:cs typeface="Arial"/>
              </a:rPr>
              <a:t>Vooraf zien</a:t>
            </a:r>
          </a:p>
        </p:txBody>
      </p:sp>
      <p:sp>
        <p:nvSpPr>
          <p:cNvPr id="10" name="">
            <a:extLst xmlns:a="http://schemas.openxmlformats.org/drawingml/2006/main">
              <a:ext uri="{FF2B5EF4-FFF2-40B4-BE49-F238E27FC236}">
                <a16:creationId xmlns:a16="http://schemas.microsoft.com/office/drawing/2014/main" id="{631FCE96-DD3D-40E8-8873-A06159FE8C97}"/>
              </a:ext>
            </a:extLst>
          </p:cNvPr>
          <p:cNvSpPr>
            <a:spLocks xmlns:a="http://schemas.openxmlformats.org/drawingml/2006/main" noGrp="1"/>
          </p:cNvSpPr>
          <p:nvPr/>
        </p:nvSpPr>
        <p:spPr>
          <a:xfrm xmlns:a="http://schemas.openxmlformats.org/drawingml/2006/main">
            <a:off x="4333875" y="3943350"/>
            <a:ext cx="31718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Boulenciel beoordeelt de merkpagina. Voor kaartjes en zaalscherm voorzien we een sponsorpreview.</a:t>
            </a:r>
          </a:p>
        </p:txBody>
      </p:sp>
      <p:sp>
        <p:nvSpPr>
          <p:cNvPr id="11" name="">
            <a:extLst xmlns:a="http://schemas.openxmlformats.org/drawingml/2006/main">
              <a:ext uri="{FF2B5EF4-FFF2-40B4-BE49-F238E27FC236}">
                <a16:creationId xmlns:a16="http://schemas.microsoft.com/office/drawing/2014/main" id="{18BD9608-86F8-41DD-A35E-108BB1E6E08A}"/>
              </a:ext>
            </a:extLst>
          </p:cNvPr>
          <p:cNvSpPr>
            <a:spLocks xmlns:a="http://schemas.openxmlformats.org/drawingml/2006/main" noGrp="1"/>
          </p:cNvSpPr>
          <p:nvPr/>
        </p:nvSpPr>
        <p:spPr>
          <a:xfrm xmlns:a="http://schemas.openxmlformats.org/drawingml/2006/main">
            <a:off x="8058150" y="1924050"/>
            <a:ext cx="3257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91D13E"/>
                </a:solidFill>
                <a:latin typeface="Arial"/>
                <a:ea typeface="Arial"/>
                <a:cs typeface="Arial"/>
              </a:defRPr>
            </a:pPr>
            <a:r>
              <a:rPr sz="4200" b="1">
                <a:solidFill>
                  <a:srgbClr val="91D13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8442A29-38A4-42EA-AA81-2564CEFFC197}"/>
              </a:ext>
            </a:extLst>
          </p:cNvPr>
          <p:cNvSpPr>
            <a:spLocks xmlns:a="http://schemas.openxmlformats.org/drawingml/2006/main" noGrp="1"/>
          </p:cNvSpPr>
          <p:nvPr/>
        </p:nvSpPr>
        <p:spPr>
          <a:xfrm xmlns:a="http://schemas.openxmlformats.org/drawingml/2006/main">
            <a:off x="8058150" y="2847975"/>
            <a:ext cx="3171825"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06827E4-555D-4F11-B472-018EAB9F46AA}"/>
              </a:ext>
            </a:extLst>
          </p:cNvPr>
          <p:cNvSpPr>
            <a:spLocks xmlns:a="http://schemas.openxmlformats.org/drawingml/2006/main" noGrp="1"/>
          </p:cNvSpPr>
          <p:nvPr/>
        </p:nvSpPr>
        <p:spPr>
          <a:xfrm xmlns:a="http://schemas.openxmlformats.org/drawingml/2006/main">
            <a:off x="8058150" y="3171825"/>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51E"/>
                </a:solidFill>
                <a:latin typeface="Arial"/>
                <a:ea typeface="Arial"/>
                <a:cs typeface="Arial"/>
              </a:defRPr>
            </a:pPr>
            <a:r>
              <a:rPr sz="2175" b="1">
                <a:solidFill>
                  <a:srgbClr val="20251E"/>
                </a:solidFill>
                <a:latin typeface="Arial"/>
                <a:ea typeface="Arial"/>
                <a:cs typeface="Arial"/>
              </a:rPr>
              <a:t>Samen opvolgen</a:t>
            </a:r>
          </a:p>
        </p:txBody>
      </p:sp>
      <p:sp>
        <p:nvSpPr>
          <p:cNvPr id="14" name="">
            <a:extLst xmlns:a="http://schemas.openxmlformats.org/drawingml/2006/main">
              <a:ext uri="{FF2B5EF4-FFF2-40B4-BE49-F238E27FC236}">
                <a16:creationId xmlns:a16="http://schemas.microsoft.com/office/drawing/2014/main" id="{6ADAF352-1B7D-4797-A1C4-0316818AE235}"/>
              </a:ext>
            </a:extLst>
          </p:cNvPr>
          <p:cNvSpPr>
            <a:spLocks xmlns:a="http://schemas.openxmlformats.org/drawingml/2006/main" noGrp="1"/>
          </p:cNvSpPr>
          <p:nvPr/>
        </p:nvSpPr>
        <p:spPr>
          <a:xfrm xmlns:a="http://schemas.openxmlformats.org/drawingml/2006/main">
            <a:off x="8058150" y="3943350"/>
            <a:ext cx="31718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053"/>
                </a:solidFill>
                <a:latin typeface="Arial"/>
                <a:ea typeface="Arial"/>
                <a:cs typeface="Arial"/>
              </a:defRPr>
            </a:pPr>
            <a:r>
              <a:rPr sz="1875" b="0">
                <a:solidFill>
                  <a:srgbClr val="596053"/>
                </a:solidFill>
                <a:latin typeface="Arial"/>
                <a:ea typeface="Arial"/>
                <a:cs typeface="Arial"/>
              </a:rPr>
              <a:t>Voorstel: afspraken maken over de startdatum en een periodiek overzicht van paginaweergaven en plaatsingen.</a:t>
            </a:r>
          </a:p>
        </p:txBody>
      </p:sp>
      <p:sp>
        <p:nvSpPr>
          <p:cNvPr id="15" name="">
            <a:extLst xmlns:a="http://schemas.openxmlformats.org/drawingml/2006/main">
              <a:ext uri="{FF2B5EF4-FFF2-40B4-BE49-F238E27FC236}">
                <a16:creationId xmlns:a16="http://schemas.microsoft.com/office/drawing/2014/main" id="{5AA042C3-899B-4E10-B92E-FF60ABF1BF50}"/>
              </a:ext>
            </a:extLst>
          </p:cNvPr>
          <p:cNvSpPr>
            <a:spLocks xmlns:a="http://schemas.openxmlformats.org/drawingml/2006/main" noGrp="1"/>
          </p:cNvSpPr>
          <p:nvPr/>
        </p:nvSpPr>
        <p:spPr>
          <a:xfrm xmlns:a="http://schemas.openxmlformats.org/drawingml/2006/main">
            <a:off x="609600" y="61055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053"/>
                </a:solidFill>
                <a:latin typeface="Arial"/>
                <a:ea typeface="Arial"/>
                <a:cs typeface="Arial"/>
              </a:defRPr>
            </a:pPr>
            <a:r>
              <a:rPr sz="1275" b="0">
                <a:solidFill>
                  <a:srgbClr val="596053"/>
                </a:solidFill>
                <a:latin typeface="Arial"/>
                <a:ea typeface="Arial"/>
                <a:cs typeface="Arial"/>
              </a:rPr>
              <a:t>De website is lokaal voorbereid. Sponsorintegratie op kaartjes en zaalscherm volgt na akkoord.</a:t>
            </a:r>
          </a:p>
        </p:txBody>
      </p:sp>
    </p:spTree>
    <p:extLst>
      <p:ext uri="{BB962C8B-B14F-4D97-AF65-F5344CB8AC3E}">
        <p14:creationId xmlns:p14="http://schemas.microsoft.com/office/powerpoint/2010/main" val="441369284"/>
      </p:ext>
    </p:extLst>
  </p:cSld>
</p:sld>
</file>

<file path=ppt/slides/slide8.xml><?xml version="1.0" encoding="utf-8"?>
<p:sld xmlns:p="http://schemas.openxmlformats.org/presentationml/2006/main">
  <p:cSld>
    <p:bg>
      <p:bgPr>
        <a:solidFill xmlns:a="http://schemas.openxmlformats.org/drawingml/2006/main">
          <a:srgbClr val="1116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7F3FB3-3074-40A4-ACB5-E3A15BB0672F}"/>
              </a:ext>
            </a:extLst>
          </p:cNvPr>
          <p:cNvSpPr>
            <a:spLocks xmlns:a="http://schemas.openxmlformats.org/drawingml/2006/main" noGrp="1"/>
          </p:cNvSpPr>
          <p:nvPr/>
        </p:nvSpPr>
        <p:spPr>
          <a:xfrm xmlns:a="http://schemas.openxmlformats.org/drawingml/2006/main">
            <a:off x="11049000" y="6334125"/>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8A391"/>
                </a:solidFill>
                <a:latin typeface="Arial"/>
                <a:ea typeface="Arial"/>
                <a:cs typeface="Arial"/>
              </a:defRPr>
            </a:pPr>
            <a:r>
              <a:rPr sz="1200" b="0">
                <a:solidFill>
                  <a:srgbClr val="98A391"/>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8580A69E-9F35-4CC7-B13F-1D1FC669F328}"/>
              </a:ext>
            </a:extLst>
          </p:cNvPr>
          <p:cNvSpPr>
            <a:spLocks xmlns:a="http://schemas.openxmlformats.org/drawingml/2006/main" noGrp="1"/>
          </p:cNvSpPr>
          <p:nvPr/>
        </p:nvSpPr>
        <p:spPr>
          <a:xfrm xmlns:a="http://schemas.openxmlformats.org/drawingml/2006/main">
            <a:off x="609600" y="1066800"/>
            <a:ext cx="107632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91D13E"/>
                </a:solidFill>
                <a:latin typeface="Arial"/>
                <a:ea typeface="Arial"/>
                <a:cs typeface="Arial"/>
              </a:defRPr>
            </a:pPr>
            <a:r>
              <a:rPr sz="4650" b="1">
                <a:solidFill>
                  <a:srgbClr val="91D13E"/>
                </a:solidFill>
                <a:latin typeface="Arial"/>
                <a:ea typeface="Arial"/>
                <a:cs typeface="Arial"/>
              </a:rPr>
              <a:t>Laten we Boulenciel</a:t>
            </a:r>
          </a:p>
          <a:p xmlns:a="http://schemas.openxmlformats.org/drawingml/2006/main">
            <a:pPr>
              <a:defRPr sz="4650" b="1">
                <a:solidFill>
                  <a:srgbClr val="91D13E"/>
                </a:solidFill>
                <a:latin typeface="Arial"/>
                <a:ea typeface="Arial"/>
                <a:cs typeface="Arial"/>
              </a:defRPr>
            </a:pPr>
            <a:r>
              <a:rPr sz="4650" b="1">
                <a:solidFill>
                  <a:srgbClr val="91D13E"/>
                </a:solidFill>
                <a:latin typeface="Arial"/>
                <a:ea typeface="Arial"/>
                <a:cs typeface="Arial"/>
              </a:rPr>
              <a:t>een vaste plek geven</a:t>
            </a:r>
          </a:p>
          <a:p xmlns:a="http://schemas.openxmlformats.org/drawingml/2006/main">
            <a:pPr>
              <a:defRPr sz="4650" b="1">
                <a:solidFill>
                  <a:srgbClr val="91D13E"/>
                </a:solidFill>
                <a:latin typeface="Arial"/>
                <a:ea typeface="Arial"/>
                <a:cs typeface="Arial"/>
              </a:defRPr>
            </a:pPr>
            <a:r>
              <a:rPr sz="4650" b="1">
                <a:solidFill>
                  <a:srgbClr val="91D13E"/>
                </a:solidFill>
                <a:latin typeface="Arial"/>
                <a:ea typeface="Arial"/>
                <a:cs typeface="Arial"/>
              </a:rPr>
              <a:t>in de tornooidag.</a:t>
            </a:r>
          </a:p>
        </p:txBody>
      </p:sp>
      <p:sp>
        <p:nvSpPr>
          <p:cNvPr id="3" name="">
            <a:extLst xmlns:a="http://schemas.openxmlformats.org/drawingml/2006/main">
              <a:ext uri="{FF2B5EF4-FFF2-40B4-BE49-F238E27FC236}">
                <a16:creationId xmlns:a16="http://schemas.microsoft.com/office/drawing/2014/main" id="{C72E0B33-4552-4B26-A56E-DBBB3F5217C4}"/>
              </a:ext>
            </a:extLst>
          </p:cNvPr>
          <p:cNvSpPr>
            <a:spLocks xmlns:a="http://schemas.openxmlformats.org/drawingml/2006/main" noGrp="1"/>
          </p:cNvSpPr>
          <p:nvPr/>
        </p:nvSpPr>
        <p:spPr>
          <a:xfrm xmlns:a="http://schemas.openxmlformats.org/drawingml/2006/main">
            <a:off x="647700" y="4000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Online ontdekt. Aan de baan herkend.</a:t>
            </a:r>
          </a:p>
        </p:txBody>
      </p:sp>
      <p:sp>
        <p:nvSpPr>
          <p:cNvPr id="4" name="">
            <a:extLst xmlns:a="http://schemas.openxmlformats.org/drawingml/2006/main">
              <a:ext uri="{FF2B5EF4-FFF2-40B4-BE49-F238E27FC236}">
                <a16:creationId xmlns:a16="http://schemas.microsoft.com/office/drawing/2014/main" id="{0DFF0108-2919-4935-A99D-9160D8F603D6}"/>
              </a:ext>
            </a:extLst>
          </p:cNvPr>
          <p:cNvSpPr>
            <a:spLocks xmlns:a="http://schemas.openxmlformats.org/drawingml/2006/main" noGrp="1"/>
          </p:cNvSpPr>
          <p:nvPr/>
        </p:nvSpPr>
        <p:spPr>
          <a:xfrm xmlns:a="http://schemas.openxmlformats.org/drawingml/2006/main">
            <a:off x="647700" y="5029200"/>
            <a:ext cx="10896600" cy="28575"/>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1C19F4-04E3-408B-8A10-F3AEE82F23CB}"/>
              </a:ext>
            </a:extLst>
          </p:cNvPr>
          <p:cNvSpPr>
            <a:spLocks xmlns:a="http://schemas.openxmlformats.org/drawingml/2006/main" noGrp="1"/>
          </p:cNvSpPr>
          <p:nvPr/>
        </p:nvSpPr>
        <p:spPr>
          <a:xfrm xmlns:a="http://schemas.openxmlformats.org/drawingml/2006/main">
            <a:off x="647700" y="52482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DBCF"/>
                </a:solidFill>
                <a:latin typeface="Arial"/>
                <a:ea typeface="Arial"/>
                <a:cs typeface="Arial"/>
              </a:defRPr>
            </a:pPr>
            <a:r>
              <a:rPr sz="1875" b="0">
                <a:solidFill>
                  <a:srgbClr val="D4DBCF"/>
                </a:solidFill>
                <a:latin typeface="Arial"/>
                <a:ea typeface="Arial"/>
                <a:cs typeface="Arial"/>
              </a:rPr>
              <a:t>Samen bespreken we de merkpagina en de Match13-sponsorplaatsen.</a:t>
            </a:r>
          </a:p>
        </p:txBody>
      </p:sp>
      <p:sp>
        <p:nvSpPr>
          <p:cNvPr id="6" name="">
            <a:extLst xmlns:a="http://schemas.openxmlformats.org/drawingml/2006/main">
              <a:ext uri="{FF2B5EF4-FFF2-40B4-BE49-F238E27FC236}">
                <a16:creationId xmlns:a16="http://schemas.microsoft.com/office/drawing/2014/main" id="{DA6E09D3-0AB2-499B-9129-25C9BBBDDE52}"/>
              </a:ext>
            </a:extLst>
          </p:cNvPr>
          <p:cNvSpPr>
            <a:spLocks xmlns:a="http://schemas.openxmlformats.org/drawingml/2006/main" noGrp="1"/>
          </p:cNvSpPr>
          <p:nvPr/>
        </p:nvSpPr>
        <p:spPr>
          <a:xfrm xmlns:a="http://schemas.openxmlformats.org/drawingml/2006/main">
            <a:off x="647700" y="60293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Frederic Keulemans  |  info@petanque13.be  |  petanque13.be</a:t>
            </a:r>
          </a:p>
        </p:txBody>
      </p:sp>
    </p:spTree>
    <p:extLst>
      <p:ext uri="{BB962C8B-B14F-4D97-AF65-F5344CB8AC3E}">
        <p14:creationId xmlns:p14="http://schemas.microsoft.com/office/powerpoint/2010/main" val="21207759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2026-10-08T05:50:14.5190000Z</dcterms:created>
  <dcterms:modified xsi:type="dcterms:W3CDTF">2026-10-08T05:50:14.5190000Z</dcterms:modified>
</coreProperties>
</file>